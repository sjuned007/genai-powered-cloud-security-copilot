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handoutMasterIdLst>
    <p:handoutMasterId r:id="rId8"/>
  </p:handoutMasterIdLst>
  <p:sldIdLst>
    <p:sldId id="256" r:id="rId2"/>
    <p:sldId id="257" r:id="rId3"/>
    <p:sldId id="258" r:id="rId4"/>
    <p:sldId id="259" r:id="rId5"/>
    <p:sldId id="260" r:id="rId6"/>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86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4C5922-9A71-43B9-3CFB-C199B0A37ADC}"/>
              </a:ext>
            </a:extLst>
          </p:cNvPr>
          <p:cNvSpPr txBox="1">
            <a:spLocks noGrp="1"/>
          </p:cNvSpPr>
          <p:nvPr>
            <p:ph type="hdr" sz="quarter"/>
          </p:nvPr>
        </p:nvSpPr>
        <p:spPr>
          <a:xfrm>
            <a:off x="0" y="0"/>
            <a:ext cx="3280680" cy="534240"/>
          </a:xfrm>
          <a:prstGeom prst="rect">
            <a:avLst/>
          </a:prstGeom>
          <a:noFill/>
          <a:ln>
            <a:noFill/>
          </a:ln>
        </p:spPr>
        <p:txBody>
          <a:bodyPr vert="horz" wrap="square" lIns="90000" tIns="45000" rIns="90000" bIns="45000" anchorCtr="0" compatLnSpc="0">
            <a:noAutofit/>
          </a:bodyPr>
          <a:lstStyle/>
          <a:p>
            <a:pPr marL="0" marR="0" lvl="0" indent="0" rtl="0" hangingPunct="0">
              <a:lnSpc>
                <a:spcPct val="100000"/>
              </a:lnSpc>
              <a:spcBef>
                <a:spcPts val="0"/>
              </a:spcBef>
              <a:spcAft>
                <a:spcPts val="0"/>
              </a:spcAft>
              <a:buNone/>
              <a:tabLst/>
              <a:defRPr sz="1400"/>
            </a:pPr>
            <a:endParaRPr lang="en-IN" sz="1400" b="0" i="0" u="none" strike="noStrike" kern="1200" cap="none">
              <a:ln>
                <a:noFill/>
              </a:ln>
              <a:latin typeface="Liberation Sans" pitchFamily="18"/>
              <a:ea typeface="Noto Sans CJK SC" pitchFamily="2"/>
              <a:cs typeface="Lohit Devanagari" pitchFamily="2"/>
            </a:endParaRPr>
          </a:p>
        </p:txBody>
      </p:sp>
      <p:sp>
        <p:nvSpPr>
          <p:cNvPr id="3" name="Date Placeholder 2">
            <a:extLst>
              <a:ext uri="{FF2B5EF4-FFF2-40B4-BE49-F238E27FC236}">
                <a16:creationId xmlns:a16="http://schemas.microsoft.com/office/drawing/2014/main" id="{9DB468AC-E23B-3D61-DCA2-5C8B3615DF5A}"/>
              </a:ext>
            </a:extLst>
          </p:cNvPr>
          <p:cNvSpPr txBox="1">
            <a:spLocks noGrp="1"/>
          </p:cNvSpPr>
          <p:nvPr>
            <p:ph type="dt" sz="quarter" idx="1"/>
          </p:nvPr>
        </p:nvSpPr>
        <p:spPr>
          <a:xfrm>
            <a:off x="4278960" y="0"/>
            <a:ext cx="3280680" cy="534240"/>
          </a:xfrm>
          <a:prstGeom prst="rect">
            <a:avLst/>
          </a:prstGeom>
          <a:noFill/>
          <a:ln>
            <a:noFill/>
          </a:ln>
        </p:spPr>
        <p:txBody>
          <a:bodyPr vert="horz" wrap="square" lIns="90000" tIns="45000" rIns="90000" bIns="45000" anchorCtr="0" compatLnSpc="0">
            <a:noAutofit/>
          </a:bodyPr>
          <a:lstStyle/>
          <a:p>
            <a:pPr marL="0" marR="0" lvl="0" indent="0" algn="r" rtl="0" hangingPunct="0">
              <a:lnSpc>
                <a:spcPct val="100000"/>
              </a:lnSpc>
              <a:spcBef>
                <a:spcPts val="0"/>
              </a:spcBef>
              <a:spcAft>
                <a:spcPts val="0"/>
              </a:spcAft>
              <a:buNone/>
              <a:tabLst/>
              <a:defRPr sz="1400"/>
            </a:pPr>
            <a:endParaRPr lang="en-IN" sz="1400" b="0" i="0" u="none" strike="noStrike" kern="1200" cap="none">
              <a:ln>
                <a:noFill/>
              </a:ln>
              <a:latin typeface="Liberation Sans" pitchFamily="18"/>
              <a:ea typeface="Noto Sans CJK SC" pitchFamily="2"/>
              <a:cs typeface="Lohit Devanagari" pitchFamily="2"/>
            </a:endParaRPr>
          </a:p>
        </p:txBody>
      </p:sp>
      <p:sp>
        <p:nvSpPr>
          <p:cNvPr id="4" name="Footer Placeholder 3">
            <a:extLst>
              <a:ext uri="{FF2B5EF4-FFF2-40B4-BE49-F238E27FC236}">
                <a16:creationId xmlns:a16="http://schemas.microsoft.com/office/drawing/2014/main" id="{012AAD3E-61AB-AA90-9FED-0B8135E63521}"/>
              </a:ext>
            </a:extLst>
          </p:cNvPr>
          <p:cNvSpPr txBox="1">
            <a:spLocks noGrp="1"/>
          </p:cNvSpPr>
          <p:nvPr>
            <p:ph type="ftr" sz="quarter" idx="2"/>
          </p:nvPr>
        </p:nvSpPr>
        <p:spPr>
          <a:xfrm>
            <a:off x="0" y="10157400"/>
            <a:ext cx="3280680" cy="534240"/>
          </a:xfrm>
          <a:prstGeom prst="rect">
            <a:avLst/>
          </a:prstGeom>
          <a:noFill/>
          <a:ln>
            <a:noFill/>
          </a:ln>
        </p:spPr>
        <p:txBody>
          <a:bodyPr vert="horz" wrap="square" lIns="90000" tIns="45000" rIns="90000" bIns="45000" anchor="b" anchorCtr="0" compatLnSpc="0">
            <a:noAutofit/>
          </a:bodyPr>
          <a:lstStyle/>
          <a:p>
            <a:pPr marL="0" marR="0" lvl="0" indent="0" rtl="0" hangingPunct="0">
              <a:lnSpc>
                <a:spcPct val="100000"/>
              </a:lnSpc>
              <a:spcBef>
                <a:spcPts val="0"/>
              </a:spcBef>
              <a:spcAft>
                <a:spcPts val="0"/>
              </a:spcAft>
              <a:buNone/>
              <a:tabLst/>
              <a:defRPr sz="1400"/>
            </a:pPr>
            <a:endParaRPr lang="en-IN" sz="1400" b="0" i="0" u="none" strike="noStrike" kern="1200" cap="none">
              <a:ln>
                <a:noFill/>
              </a:ln>
              <a:latin typeface="Liberation Sans" pitchFamily="18"/>
              <a:ea typeface="Noto Sans CJK SC" pitchFamily="2"/>
              <a:cs typeface="Lohit Devanagari" pitchFamily="2"/>
            </a:endParaRPr>
          </a:p>
        </p:txBody>
      </p:sp>
      <p:sp>
        <p:nvSpPr>
          <p:cNvPr id="5" name="Slide Number Placeholder 4">
            <a:extLst>
              <a:ext uri="{FF2B5EF4-FFF2-40B4-BE49-F238E27FC236}">
                <a16:creationId xmlns:a16="http://schemas.microsoft.com/office/drawing/2014/main" id="{FA4F4621-A969-A485-AFA4-4136EBA38FD8}"/>
              </a:ext>
            </a:extLst>
          </p:cNvPr>
          <p:cNvSpPr txBox="1">
            <a:spLocks noGrp="1"/>
          </p:cNvSpPr>
          <p:nvPr>
            <p:ph type="sldNum" sz="quarter" idx="3"/>
          </p:nvPr>
        </p:nvSpPr>
        <p:spPr>
          <a:xfrm>
            <a:off x="4278960" y="10157400"/>
            <a:ext cx="3280680" cy="534240"/>
          </a:xfrm>
          <a:prstGeom prst="rect">
            <a:avLst/>
          </a:prstGeom>
          <a:noFill/>
          <a:ln>
            <a:noFill/>
          </a:ln>
        </p:spPr>
        <p:txBody>
          <a:bodyPr vert="horz" wrap="square" lIns="90000" tIns="45000" rIns="90000" bIns="45000" anchor="b" anchorCtr="0" compatLnSpc="0">
            <a:noAutofit/>
          </a:bodyPr>
          <a:lstStyle/>
          <a:p>
            <a:pPr marL="0" marR="0" lvl="0" indent="0" algn="r" rtl="0" hangingPunct="0">
              <a:lnSpc>
                <a:spcPct val="100000"/>
              </a:lnSpc>
              <a:spcBef>
                <a:spcPts val="0"/>
              </a:spcBef>
              <a:spcAft>
                <a:spcPts val="0"/>
              </a:spcAft>
              <a:buNone/>
              <a:tabLst/>
              <a:defRPr sz="1400"/>
            </a:pPr>
            <a:fld id="{E50BFB98-2B0B-4063-916D-9B19F96BBD54}" type="slidenum">
              <a:t>‹#›</a:t>
            </a:fld>
            <a:endParaRPr lang="en-IN" sz="1400" b="0" i="0" u="none" strike="noStrike" kern="1200" cap="none">
              <a:ln>
                <a:noFill/>
              </a:ln>
              <a:latin typeface="Liberation Sans" pitchFamily="18"/>
              <a:ea typeface="Noto Sans CJK SC" pitchFamily="2"/>
              <a:cs typeface="Lohit Devanagari" pitchFamily="2"/>
            </a:endParaRPr>
          </a:p>
        </p:txBody>
      </p:sp>
    </p:spTree>
    <p:extLst>
      <p:ext uri="{BB962C8B-B14F-4D97-AF65-F5344CB8AC3E}">
        <p14:creationId xmlns:p14="http://schemas.microsoft.com/office/powerpoint/2010/main" val="18583920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0224A-491C-1310-DD20-C346D8AED898}"/>
              </a:ext>
            </a:extLst>
          </p:cNvPr>
          <p:cNvSpPr>
            <a:spLocks noGrp="1" noRot="1" noChangeAspect="1"/>
          </p:cNvSpPr>
          <p:nvPr>
            <p:ph type="sldImg" idx="2"/>
          </p:nvPr>
        </p:nvSpPr>
        <p:spPr>
          <a:xfrm>
            <a:off x="216000" y="812520"/>
            <a:ext cx="7127279" cy="4008959"/>
          </a:xfrm>
          <a:prstGeom prst="rect">
            <a:avLst/>
          </a:prstGeom>
          <a:noFill/>
          <a:ln>
            <a:noFill/>
            <a:prstDash val="solid"/>
          </a:ln>
        </p:spPr>
      </p:sp>
      <p:sp>
        <p:nvSpPr>
          <p:cNvPr id="3" name="Notes Placeholder 2">
            <a:extLst>
              <a:ext uri="{FF2B5EF4-FFF2-40B4-BE49-F238E27FC236}">
                <a16:creationId xmlns:a16="http://schemas.microsoft.com/office/drawing/2014/main" id="{39D771EB-6327-9F3E-7591-D8D2AED8BDE4}"/>
              </a:ext>
            </a:extLst>
          </p:cNvPr>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en-IN"/>
          </a:p>
        </p:txBody>
      </p:sp>
      <p:sp>
        <p:nvSpPr>
          <p:cNvPr id="4" name="Header Placeholder 3">
            <a:extLst>
              <a:ext uri="{FF2B5EF4-FFF2-40B4-BE49-F238E27FC236}">
                <a16:creationId xmlns:a16="http://schemas.microsoft.com/office/drawing/2014/main" id="{FF2DC7ED-3BF1-4A53-EB7E-E4F6BFA28774}"/>
              </a:ext>
            </a:extLst>
          </p:cNvPr>
          <p:cNvSpPr txBox="1">
            <a:spLocks noGrp="1"/>
          </p:cNvSpPr>
          <p:nvPr>
            <p:ph type="hdr" sz="quarter"/>
          </p:nvPr>
        </p:nvSpPr>
        <p:spPr>
          <a:xfrm>
            <a:off x="0" y="0"/>
            <a:ext cx="3280680" cy="534240"/>
          </a:xfrm>
          <a:prstGeom prst="rect">
            <a:avLst/>
          </a:prstGeom>
          <a:noFill/>
          <a:ln>
            <a:noFill/>
          </a:ln>
        </p:spPr>
        <p:txBody>
          <a:bodyPr vert="horz" lIns="0" tIns="0" rIns="0" bIns="0" anchorCtr="0">
            <a:noAutofit/>
          </a:bodyPr>
          <a:lstStyle>
            <a:lvl1pPr lvl="0"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5" name="Date Placeholder 4">
            <a:extLst>
              <a:ext uri="{FF2B5EF4-FFF2-40B4-BE49-F238E27FC236}">
                <a16:creationId xmlns:a16="http://schemas.microsoft.com/office/drawing/2014/main" id="{16A334E2-96E7-889D-75B5-376B948B8FE1}"/>
              </a:ext>
            </a:extLst>
          </p:cNvPr>
          <p:cNvSpPr txBox="1">
            <a:spLocks noGrp="1"/>
          </p:cNvSpPr>
          <p:nvPr>
            <p:ph type="dt" idx="1"/>
          </p:nvPr>
        </p:nvSpPr>
        <p:spPr>
          <a:xfrm>
            <a:off x="4278960" y="0"/>
            <a:ext cx="3280680" cy="534240"/>
          </a:xfrm>
          <a:prstGeom prst="rect">
            <a:avLst/>
          </a:prstGeom>
          <a:noFill/>
          <a:ln>
            <a:noFill/>
          </a:ln>
        </p:spPr>
        <p:txBody>
          <a:bodyPr vert="horz" lIns="0" tIns="0" rIns="0" bIns="0" anchorCtr="0">
            <a:noAutofit/>
          </a:bodyPr>
          <a:lstStyle>
            <a:lvl1pPr lvl="0" algn="r"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6" name="Footer Placeholder 5">
            <a:extLst>
              <a:ext uri="{FF2B5EF4-FFF2-40B4-BE49-F238E27FC236}">
                <a16:creationId xmlns:a16="http://schemas.microsoft.com/office/drawing/2014/main" id="{C1B21066-8A9B-F28D-774B-4FEDFC234ACB}"/>
              </a:ext>
            </a:extLst>
          </p:cNvPr>
          <p:cNvSpPr txBox="1">
            <a:spLocks noGrp="1"/>
          </p:cNvSpPr>
          <p:nvPr>
            <p:ph type="ftr" sz="quarter" idx="4"/>
          </p:nvPr>
        </p:nvSpPr>
        <p:spPr>
          <a:xfrm>
            <a:off x="0" y="10157400"/>
            <a:ext cx="3280680" cy="534240"/>
          </a:xfrm>
          <a:prstGeom prst="rect">
            <a:avLst/>
          </a:prstGeom>
          <a:noFill/>
          <a:ln>
            <a:noFill/>
          </a:ln>
        </p:spPr>
        <p:txBody>
          <a:bodyPr vert="horz" lIns="0" tIns="0" rIns="0" bIns="0" anchor="b" anchorCtr="0">
            <a:noAutofit/>
          </a:bodyPr>
          <a:lstStyle>
            <a:lvl1pPr lvl="0"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7" name="Slide Number Placeholder 6">
            <a:extLst>
              <a:ext uri="{FF2B5EF4-FFF2-40B4-BE49-F238E27FC236}">
                <a16:creationId xmlns:a16="http://schemas.microsoft.com/office/drawing/2014/main" id="{A90F149A-BD3A-1C4C-8D81-ECDDCAD7385E}"/>
              </a:ext>
            </a:extLst>
          </p:cNvPr>
          <p:cNvSpPr txBox="1">
            <a:spLocks noGrp="1"/>
          </p:cNvSpPr>
          <p:nvPr>
            <p:ph type="sldNum" sz="quarter" idx="5"/>
          </p:nvPr>
        </p:nvSpPr>
        <p:spPr>
          <a:xfrm>
            <a:off x="4278960" y="10157400"/>
            <a:ext cx="3280680" cy="534240"/>
          </a:xfrm>
          <a:prstGeom prst="rect">
            <a:avLst/>
          </a:prstGeom>
          <a:noFill/>
          <a:ln>
            <a:noFill/>
          </a:ln>
        </p:spPr>
        <p:txBody>
          <a:bodyPr vert="horz" lIns="0" tIns="0" rIns="0" bIns="0" anchor="b" anchorCtr="0">
            <a:noAutofit/>
          </a:bodyPr>
          <a:lstStyle>
            <a:lvl1pPr lvl="0" algn="r" rtl="0" hangingPunct="0">
              <a:buNone/>
              <a:tabLst/>
              <a:defRPr lang="en-IN" sz="1400" kern="1200">
                <a:latin typeface="Liberation Serif" pitchFamily="18"/>
                <a:ea typeface="DejaVu Sans" pitchFamily="2"/>
                <a:cs typeface="DejaVu Sans" pitchFamily="2"/>
              </a:defRPr>
            </a:lvl1pPr>
          </a:lstStyle>
          <a:p>
            <a:pPr lvl="0"/>
            <a:fld id="{3B11EFBB-4714-4853-A292-E9D841014018}" type="slidenum">
              <a:t>‹#›</a:t>
            </a:fld>
            <a:endParaRPr lang="en-IN"/>
          </a:p>
        </p:txBody>
      </p:sp>
    </p:spTree>
    <p:extLst>
      <p:ext uri="{BB962C8B-B14F-4D97-AF65-F5344CB8AC3E}">
        <p14:creationId xmlns:p14="http://schemas.microsoft.com/office/powerpoint/2010/main" val="4219851464"/>
      </p:ext>
    </p:extLst>
  </p:cSld>
  <p:clrMap bg1="lt1" tx1="dk1" bg2="lt2" tx2="dk2" accent1="accent1" accent2="accent2" accent3="accent3" accent4="accent4" accent5="accent5" accent6="accent6" hlink="hlink" folHlink="folHlink"/>
  <p:notesStyle>
    <a:lvl1pPr marL="216000" marR="0" indent="-216000" hangingPunct="0">
      <a:tabLst/>
      <a:defRPr lang="en-IN" sz="2000" b="0" i="0" u="none" strike="noStrike" kern="1200" cap="none">
        <a:ln>
          <a:noFill/>
        </a:ln>
        <a:highlight>
          <a:scrgbClr r="0" g="0" b="0">
            <a:alpha val="0"/>
          </a:scrgbClr>
        </a:highlight>
        <a:latin typeface="Liberation Sans"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9E48CB9-C16F-21D1-8187-8C48A78C52CE}"/>
              </a:ext>
            </a:extLst>
          </p:cNvPr>
          <p:cNvSpPr txBox="1">
            <a:spLocks noGrp="1"/>
          </p:cNvSpPr>
          <p:nvPr>
            <p:ph type="sldNum" sz="quarter" idx="5"/>
          </p:nvPr>
        </p:nvSpPr>
        <p:spPr>
          <a:ln/>
        </p:spPr>
        <p:txBody>
          <a:bodyPr vert="horz" lIns="0" tIns="0" rIns="0" bIns="0" anchor="b" anchorCtr="0">
            <a:noAutofit/>
          </a:bodyPr>
          <a:lstStyle/>
          <a:p>
            <a:pPr lvl="0"/>
            <a:fld id="{E2AF3A75-786B-4975-8856-76DDB6B84DB4}" type="slidenum">
              <a:t>1</a:t>
            </a:fld>
            <a:endParaRPr lang="en-IN"/>
          </a:p>
        </p:txBody>
      </p:sp>
      <p:sp>
        <p:nvSpPr>
          <p:cNvPr id="2" name="Slide Image Placeholder 1">
            <a:extLst>
              <a:ext uri="{FF2B5EF4-FFF2-40B4-BE49-F238E27FC236}">
                <a16:creationId xmlns:a16="http://schemas.microsoft.com/office/drawing/2014/main" id="{4DE44C1E-3ECC-C7F3-8F64-574F27909011}"/>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6FC0F8C-2FB2-BFF0-C890-8F8E07A2F9F9}"/>
              </a:ext>
            </a:extLst>
          </p:cNvPr>
          <p:cNvSpPr txBox="1">
            <a:spLocks noGrp="1"/>
          </p:cNvSpPr>
          <p:nvPr>
            <p:ph type="body" sz="quarter" idx="1"/>
          </p:nvPr>
        </p:nvSpPr>
        <p:spPr/>
        <p:txBody>
          <a:bodyPr vert="horz">
            <a:spAutoFit/>
          </a:bodyPr>
          <a:lstStyle/>
          <a:p>
            <a:pPr rtl="0"/>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E5E4B42-950A-158B-E3F3-07A46108CF11}"/>
              </a:ext>
            </a:extLst>
          </p:cNvPr>
          <p:cNvSpPr txBox="1">
            <a:spLocks noGrp="1"/>
          </p:cNvSpPr>
          <p:nvPr>
            <p:ph type="sldNum" sz="quarter" idx="5"/>
          </p:nvPr>
        </p:nvSpPr>
        <p:spPr>
          <a:ln/>
        </p:spPr>
        <p:txBody>
          <a:bodyPr vert="horz" lIns="0" tIns="0" rIns="0" bIns="0" anchor="b" anchorCtr="0">
            <a:noAutofit/>
          </a:bodyPr>
          <a:lstStyle/>
          <a:p>
            <a:pPr lvl="0"/>
            <a:fld id="{7B8338F9-0D4B-4593-95D3-63D326B6BBFF}" type="slidenum">
              <a:t>2</a:t>
            </a:fld>
            <a:endParaRPr lang="en-IN"/>
          </a:p>
        </p:txBody>
      </p:sp>
      <p:sp>
        <p:nvSpPr>
          <p:cNvPr id="2" name="Slide Image Placeholder 1">
            <a:extLst>
              <a:ext uri="{FF2B5EF4-FFF2-40B4-BE49-F238E27FC236}">
                <a16:creationId xmlns:a16="http://schemas.microsoft.com/office/drawing/2014/main" id="{8CB234D7-EF84-8373-7708-45F4CE2D3C61}"/>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D1B52240-1262-13F3-285E-7136E7B2BF1B}"/>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3D741B2-9098-8063-72C4-749063790640}"/>
              </a:ext>
            </a:extLst>
          </p:cNvPr>
          <p:cNvSpPr txBox="1">
            <a:spLocks noGrp="1"/>
          </p:cNvSpPr>
          <p:nvPr>
            <p:ph type="sldNum" sz="quarter" idx="5"/>
          </p:nvPr>
        </p:nvSpPr>
        <p:spPr>
          <a:ln/>
        </p:spPr>
        <p:txBody>
          <a:bodyPr vert="horz" lIns="0" tIns="0" rIns="0" bIns="0" anchor="b" anchorCtr="0">
            <a:noAutofit/>
          </a:bodyPr>
          <a:lstStyle/>
          <a:p>
            <a:pPr lvl="0"/>
            <a:fld id="{92F19C6E-458E-496A-8A7E-DBD50F239BE2}" type="slidenum">
              <a:t>3</a:t>
            </a:fld>
            <a:endParaRPr lang="en-IN"/>
          </a:p>
        </p:txBody>
      </p:sp>
      <p:sp>
        <p:nvSpPr>
          <p:cNvPr id="2" name="Slide Image Placeholder 1">
            <a:extLst>
              <a:ext uri="{FF2B5EF4-FFF2-40B4-BE49-F238E27FC236}">
                <a16:creationId xmlns:a16="http://schemas.microsoft.com/office/drawing/2014/main" id="{502224BE-8592-43CD-915F-E0985E0CEB77}"/>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CCBCA882-F527-7F56-0611-3E8C8D0A63CC}"/>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8AD1C83-E2FC-87F4-E596-7B4ECC5B37A6}"/>
              </a:ext>
            </a:extLst>
          </p:cNvPr>
          <p:cNvSpPr txBox="1">
            <a:spLocks noGrp="1"/>
          </p:cNvSpPr>
          <p:nvPr>
            <p:ph type="sldNum" sz="quarter" idx="5"/>
          </p:nvPr>
        </p:nvSpPr>
        <p:spPr>
          <a:ln/>
        </p:spPr>
        <p:txBody>
          <a:bodyPr vert="horz" lIns="0" tIns="0" rIns="0" bIns="0" anchor="b" anchorCtr="0">
            <a:noAutofit/>
          </a:bodyPr>
          <a:lstStyle/>
          <a:p>
            <a:pPr lvl="0"/>
            <a:fld id="{F12D8B33-AEEF-476E-BB6C-61BED9A61F53}" type="slidenum">
              <a:t>4</a:t>
            </a:fld>
            <a:endParaRPr lang="en-IN"/>
          </a:p>
        </p:txBody>
      </p:sp>
      <p:sp>
        <p:nvSpPr>
          <p:cNvPr id="2" name="Slide Image Placeholder 1">
            <a:extLst>
              <a:ext uri="{FF2B5EF4-FFF2-40B4-BE49-F238E27FC236}">
                <a16:creationId xmlns:a16="http://schemas.microsoft.com/office/drawing/2014/main" id="{F059B775-B738-F67A-A663-C1F74621A3D9}"/>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718B663-A045-ACCB-F5CB-C8560EA596DD}"/>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EE4342C-A79D-A62F-EB17-155AAB4C81E7}"/>
              </a:ext>
            </a:extLst>
          </p:cNvPr>
          <p:cNvSpPr txBox="1">
            <a:spLocks noGrp="1"/>
          </p:cNvSpPr>
          <p:nvPr>
            <p:ph type="sldNum" sz="quarter" idx="5"/>
          </p:nvPr>
        </p:nvSpPr>
        <p:spPr>
          <a:ln/>
        </p:spPr>
        <p:txBody>
          <a:bodyPr vert="horz" lIns="0" tIns="0" rIns="0" bIns="0" anchor="b" anchorCtr="0">
            <a:noAutofit/>
          </a:bodyPr>
          <a:lstStyle/>
          <a:p>
            <a:pPr lvl="0"/>
            <a:fld id="{5056FF1A-2D23-4D65-BF51-7FE019A13177}" type="slidenum">
              <a:t>5</a:t>
            </a:fld>
            <a:endParaRPr lang="en-IN"/>
          </a:p>
        </p:txBody>
      </p:sp>
      <p:sp>
        <p:nvSpPr>
          <p:cNvPr id="2" name="Slide Image Placeholder 1">
            <a:extLst>
              <a:ext uri="{FF2B5EF4-FFF2-40B4-BE49-F238E27FC236}">
                <a16:creationId xmlns:a16="http://schemas.microsoft.com/office/drawing/2014/main" id="{A7B0D5FE-BEC3-540B-951B-F80131DC5B4E}"/>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4D1C19D3-63E9-D56E-9311-E698DBCFFCC2}"/>
              </a:ext>
            </a:extLst>
          </p:cNvPr>
          <p:cNvSpPr txBox="1">
            <a:spLocks noGrp="1"/>
          </p:cNvSpPr>
          <p:nvPr>
            <p:ph type="body" sz="quarter" idx="1"/>
          </p:nvPr>
        </p:nvSpPr>
        <p:spPr/>
        <p:txBody>
          <a:bodyPr vert="horz"/>
          <a:lstStyle/>
          <a:p>
            <a:pPr rtl="0"/>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1C612-B11E-839F-7306-14BFAA8AD9DD}"/>
              </a:ext>
            </a:extLst>
          </p:cNvPr>
          <p:cNvSpPr>
            <a:spLocks noGrp="1"/>
          </p:cNvSpPr>
          <p:nvPr>
            <p:ph type="ctrTitle"/>
          </p:nvPr>
        </p:nvSpPr>
        <p:spPr>
          <a:xfrm>
            <a:off x="1260475" y="928688"/>
            <a:ext cx="7559675" cy="1973262"/>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6C6DE4CC-AEAF-7343-11FD-4D721F776DDB}"/>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E002A8E3-8B3E-B166-8DAB-7DBD461E7A77}"/>
              </a:ext>
            </a:extLst>
          </p:cNvPr>
          <p:cNvSpPr>
            <a:spLocks noGrp="1"/>
          </p:cNvSpPr>
          <p:nvPr>
            <p:ph type="dt" sz="half" idx="10"/>
          </p:nvPr>
        </p:nvSpPr>
        <p:spPr/>
        <p:txBody>
          <a:bodyPr/>
          <a:lstStyle/>
          <a:p>
            <a:pPr lvl="0"/>
            <a:endParaRPr lang="en-IN"/>
          </a:p>
        </p:txBody>
      </p:sp>
      <p:sp>
        <p:nvSpPr>
          <p:cNvPr id="5" name="Footer Placeholder 4">
            <a:extLst>
              <a:ext uri="{FF2B5EF4-FFF2-40B4-BE49-F238E27FC236}">
                <a16:creationId xmlns:a16="http://schemas.microsoft.com/office/drawing/2014/main" id="{6E0FE8A2-C54B-11C8-6016-C46D437770A1}"/>
              </a:ext>
            </a:extLst>
          </p:cNvPr>
          <p:cNvSpPr>
            <a:spLocks noGrp="1"/>
          </p:cNvSpPr>
          <p:nvPr>
            <p:ph type="ftr" sz="quarter" idx="11"/>
          </p:nvPr>
        </p:nvSpPr>
        <p:spPr/>
        <p:txBody>
          <a:bodyPr/>
          <a:lstStyle/>
          <a:p>
            <a:pPr lvl="0"/>
            <a:endParaRPr lang="en-IN"/>
          </a:p>
        </p:txBody>
      </p:sp>
      <p:sp>
        <p:nvSpPr>
          <p:cNvPr id="6" name="Slide Number Placeholder 5">
            <a:extLst>
              <a:ext uri="{FF2B5EF4-FFF2-40B4-BE49-F238E27FC236}">
                <a16:creationId xmlns:a16="http://schemas.microsoft.com/office/drawing/2014/main" id="{0C3BAE4F-7DBB-E2CF-7B45-A5501B152E8A}"/>
              </a:ext>
            </a:extLst>
          </p:cNvPr>
          <p:cNvSpPr>
            <a:spLocks noGrp="1"/>
          </p:cNvSpPr>
          <p:nvPr>
            <p:ph type="sldNum" sz="quarter" idx="12"/>
          </p:nvPr>
        </p:nvSpPr>
        <p:spPr/>
        <p:txBody>
          <a:bodyPr/>
          <a:lstStyle/>
          <a:p>
            <a:pPr lvl="0"/>
            <a:fld id="{FFB199B1-6249-4D18-97B5-70A811635D45}" type="slidenum">
              <a:t>‹#›</a:t>
            </a:fld>
            <a:endParaRPr lang="en-IN"/>
          </a:p>
        </p:txBody>
      </p:sp>
    </p:spTree>
    <p:extLst>
      <p:ext uri="{BB962C8B-B14F-4D97-AF65-F5344CB8AC3E}">
        <p14:creationId xmlns:p14="http://schemas.microsoft.com/office/powerpoint/2010/main" val="3137205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053EA-E594-2B36-C7E6-5A6BA0EDB37C}"/>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89A499AD-819B-C590-BA84-B5315CA39D1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61C2C0A4-85CE-0103-FAD4-5488FBC3EE28}"/>
              </a:ext>
            </a:extLst>
          </p:cNvPr>
          <p:cNvSpPr>
            <a:spLocks noGrp="1"/>
          </p:cNvSpPr>
          <p:nvPr>
            <p:ph type="dt" sz="half" idx="10"/>
          </p:nvPr>
        </p:nvSpPr>
        <p:spPr/>
        <p:txBody>
          <a:bodyPr/>
          <a:lstStyle/>
          <a:p>
            <a:pPr lvl="0"/>
            <a:endParaRPr lang="en-IN"/>
          </a:p>
        </p:txBody>
      </p:sp>
      <p:sp>
        <p:nvSpPr>
          <p:cNvPr id="5" name="Footer Placeholder 4">
            <a:extLst>
              <a:ext uri="{FF2B5EF4-FFF2-40B4-BE49-F238E27FC236}">
                <a16:creationId xmlns:a16="http://schemas.microsoft.com/office/drawing/2014/main" id="{F3B0D56C-F0B9-45D7-56EB-E9BAA883170B}"/>
              </a:ext>
            </a:extLst>
          </p:cNvPr>
          <p:cNvSpPr>
            <a:spLocks noGrp="1"/>
          </p:cNvSpPr>
          <p:nvPr>
            <p:ph type="ftr" sz="quarter" idx="11"/>
          </p:nvPr>
        </p:nvSpPr>
        <p:spPr/>
        <p:txBody>
          <a:bodyPr/>
          <a:lstStyle/>
          <a:p>
            <a:pPr lvl="0"/>
            <a:endParaRPr lang="en-IN"/>
          </a:p>
        </p:txBody>
      </p:sp>
      <p:sp>
        <p:nvSpPr>
          <p:cNvPr id="6" name="Slide Number Placeholder 5">
            <a:extLst>
              <a:ext uri="{FF2B5EF4-FFF2-40B4-BE49-F238E27FC236}">
                <a16:creationId xmlns:a16="http://schemas.microsoft.com/office/drawing/2014/main" id="{9B671C30-DE9C-A607-21D8-0F573ED99F87}"/>
              </a:ext>
            </a:extLst>
          </p:cNvPr>
          <p:cNvSpPr>
            <a:spLocks noGrp="1"/>
          </p:cNvSpPr>
          <p:nvPr>
            <p:ph type="sldNum" sz="quarter" idx="12"/>
          </p:nvPr>
        </p:nvSpPr>
        <p:spPr/>
        <p:txBody>
          <a:bodyPr/>
          <a:lstStyle/>
          <a:p>
            <a:pPr lvl="0"/>
            <a:fld id="{A2B66AB0-B975-4C90-8685-8C4826A957EF}" type="slidenum">
              <a:t>‹#›</a:t>
            </a:fld>
            <a:endParaRPr lang="en-IN"/>
          </a:p>
        </p:txBody>
      </p:sp>
    </p:spTree>
    <p:extLst>
      <p:ext uri="{BB962C8B-B14F-4D97-AF65-F5344CB8AC3E}">
        <p14:creationId xmlns:p14="http://schemas.microsoft.com/office/powerpoint/2010/main" val="1591567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B77E5-2250-4567-C8B5-A56F881EEEFA}"/>
              </a:ext>
            </a:extLst>
          </p:cNvPr>
          <p:cNvSpPr>
            <a:spLocks noGrp="1"/>
          </p:cNvSpPr>
          <p:nvPr>
            <p:ph type="title"/>
          </p:nvPr>
        </p:nvSpPr>
        <p:spPr>
          <a:xfrm>
            <a:off x="687388" y="1414463"/>
            <a:ext cx="8694737" cy="23574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E7871396-64E8-ADA4-9211-EFAA66A73F0C}"/>
              </a:ext>
            </a:extLst>
          </p:cNvPr>
          <p:cNvSpPr>
            <a:spLocks noGrp="1"/>
          </p:cNvSpPr>
          <p:nvPr>
            <p:ph type="body" idx="1"/>
          </p:nvPr>
        </p:nvSpPr>
        <p:spPr>
          <a:xfrm>
            <a:off x="687388" y="3794125"/>
            <a:ext cx="8694737" cy="124142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4F3A218-B0F6-4DD3-EA2D-EA312ABFC241}"/>
              </a:ext>
            </a:extLst>
          </p:cNvPr>
          <p:cNvSpPr>
            <a:spLocks noGrp="1"/>
          </p:cNvSpPr>
          <p:nvPr>
            <p:ph type="dt" sz="half" idx="10"/>
          </p:nvPr>
        </p:nvSpPr>
        <p:spPr/>
        <p:txBody>
          <a:bodyPr/>
          <a:lstStyle/>
          <a:p>
            <a:pPr lvl="0"/>
            <a:endParaRPr lang="en-IN"/>
          </a:p>
        </p:txBody>
      </p:sp>
      <p:sp>
        <p:nvSpPr>
          <p:cNvPr id="5" name="Footer Placeholder 4">
            <a:extLst>
              <a:ext uri="{FF2B5EF4-FFF2-40B4-BE49-F238E27FC236}">
                <a16:creationId xmlns:a16="http://schemas.microsoft.com/office/drawing/2014/main" id="{692F35B8-3040-01E9-69C9-5687FA15F7D0}"/>
              </a:ext>
            </a:extLst>
          </p:cNvPr>
          <p:cNvSpPr>
            <a:spLocks noGrp="1"/>
          </p:cNvSpPr>
          <p:nvPr>
            <p:ph type="ftr" sz="quarter" idx="11"/>
          </p:nvPr>
        </p:nvSpPr>
        <p:spPr/>
        <p:txBody>
          <a:bodyPr/>
          <a:lstStyle/>
          <a:p>
            <a:pPr lvl="0"/>
            <a:endParaRPr lang="en-IN"/>
          </a:p>
        </p:txBody>
      </p:sp>
      <p:sp>
        <p:nvSpPr>
          <p:cNvPr id="6" name="Slide Number Placeholder 5">
            <a:extLst>
              <a:ext uri="{FF2B5EF4-FFF2-40B4-BE49-F238E27FC236}">
                <a16:creationId xmlns:a16="http://schemas.microsoft.com/office/drawing/2014/main" id="{2FC71759-AE6C-2188-9821-5C8F1A694AF4}"/>
              </a:ext>
            </a:extLst>
          </p:cNvPr>
          <p:cNvSpPr>
            <a:spLocks noGrp="1"/>
          </p:cNvSpPr>
          <p:nvPr>
            <p:ph type="sldNum" sz="quarter" idx="12"/>
          </p:nvPr>
        </p:nvSpPr>
        <p:spPr/>
        <p:txBody>
          <a:bodyPr/>
          <a:lstStyle/>
          <a:p>
            <a:pPr lvl="0"/>
            <a:fld id="{0ECC5ED5-FED7-4C68-8B7A-11A8E5EBC6C6}" type="slidenum">
              <a:t>‹#›</a:t>
            </a:fld>
            <a:endParaRPr lang="en-IN"/>
          </a:p>
        </p:txBody>
      </p:sp>
    </p:spTree>
    <p:extLst>
      <p:ext uri="{BB962C8B-B14F-4D97-AF65-F5344CB8AC3E}">
        <p14:creationId xmlns:p14="http://schemas.microsoft.com/office/powerpoint/2010/main" val="3948997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9AEA2-24FB-1EDD-BDFB-8049D7972D9B}"/>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D1B749F9-2213-E2F9-4A82-D3CD982C3529}"/>
              </a:ext>
            </a:extLst>
          </p:cNvPr>
          <p:cNvSpPr>
            <a:spLocks noGrp="1"/>
          </p:cNvSpPr>
          <p:nvPr>
            <p:ph sz="half" idx="1"/>
          </p:nvPr>
        </p:nvSpPr>
        <p:spPr>
          <a:xfrm>
            <a:off x="503238" y="1327150"/>
            <a:ext cx="4459287" cy="328771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D8A1A3B2-5DA6-4B59-195B-1E38BDE8435B}"/>
              </a:ext>
            </a:extLst>
          </p:cNvPr>
          <p:cNvSpPr>
            <a:spLocks noGrp="1"/>
          </p:cNvSpPr>
          <p:nvPr>
            <p:ph sz="half" idx="2"/>
          </p:nvPr>
        </p:nvSpPr>
        <p:spPr>
          <a:xfrm>
            <a:off x="5114925" y="1327150"/>
            <a:ext cx="4460875" cy="328771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72D853B8-4CCA-6BE4-7F93-1CFFD8B429B5}"/>
              </a:ext>
            </a:extLst>
          </p:cNvPr>
          <p:cNvSpPr>
            <a:spLocks noGrp="1"/>
          </p:cNvSpPr>
          <p:nvPr>
            <p:ph type="dt" sz="half" idx="10"/>
          </p:nvPr>
        </p:nvSpPr>
        <p:spPr/>
        <p:txBody>
          <a:bodyPr/>
          <a:lstStyle/>
          <a:p>
            <a:pPr lvl="0"/>
            <a:endParaRPr lang="en-IN"/>
          </a:p>
        </p:txBody>
      </p:sp>
      <p:sp>
        <p:nvSpPr>
          <p:cNvPr id="6" name="Footer Placeholder 5">
            <a:extLst>
              <a:ext uri="{FF2B5EF4-FFF2-40B4-BE49-F238E27FC236}">
                <a16:creationId xmlns:a16="http://schemas.microsoft.com/office/drawing/2014/main" id="{FE82D52C-668B-2464-F491-B4BD59C5E149}"/>
              </a:ext>
            </a:extLst>
          </p:cNvPr>
          <p:cNvSpPr>
            <a:spLocks noGrp="1"/>
          </p:cNvSpPr>
          <p:nvPr>
            <p:ph type="ftr" sz="quarter" idx="11"/>
          </p:nvPr>
        </p:nvSpPr>
        <p:spPr/>
        <p:txBody>
          <a:bodyPr/>
          <a:lstStyle/>
          <a:p>
            <a:pPr lvl="0"/>
            <a:endParaRPr lang="en-IN"/>
          </a:p>
        </p:txBody>
      </p:sp>
      <p:sp>
        <p:nvSpPr>
          <p:cNvPr id="7" name="Slide Number Placeholder 6">
            <a:extLst>
              <a:ext uri="{FF2B5EF4-FFF2-40B4-BE49-F238E27FC236}">
                <a16:creationId xmlns:a16="http://schemas.microsoft.com/office/drawing/2014/main" id="{7C9992AC-6255-75C6-B6CA-B9ECA02D6562}"/>
              </a:ext>
            </a:extLst>
          </p:cNvPr>
          <p:cNvSpPr>
            <a:spLocks noGrp="1"/>
          </p:cNvSpPr>
          <p:nvPr>
            <p:ph type="sldNum" sz="quarter" idx="12"/>
          </p:nvPr>
        </p:nvSpPr>
        <p:spPr/>
        <p:txBody>
          <a:bodyPr/>
          <a:lstStyle/>
          <a:p>
            <a:pPr lvl="0"/>
            <a:fld id="{72A7A16D-A3CD-4172-9F32-A3497696A64A}" type="slidenum">
              <a:t>‹#›</a:t>
            </a:fld>
            <a:endParaRPr lang="en-IN"/>
          </a:p>
        </p:txBody>
      </p:sp>
    </p:spTree>
    <p:extLst>
      <p:ext uri="{BB962C8B-B14F-4D97-AF65-F5344CB8AC3E}">
        <p14:creationId xmlns:p14="http://schemas.microsoft.com/office/powerpoint/2010/main" val="74650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2CB9E-B9DA-234A-8198-0879CA761A71}"/>
              </a:ext>
            </a:extLst>
          </p:cNvPr>
          <p:cNvSpPr>
            <a:spLocks noGrp="1"/>
          </p:cNvSpPr>
          <p:nvPr>
            <p:ph type="title"/>
          </p:nvPr>
        </p:nvSpPr>
        <p:spPr>
          <a:xfrm>
            <a:off x="693738" y="301625"/>
            <a:ext cx="8694737" cy="10969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3F326B38-84FF-30B2-C4BB-4EB533D814C1}"/>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EE5B8D5-8C30-6BA7-151E-0FAD2C1C3E23}"/>
              </a:ext>
            </a:extLst>
          </p:cNvPr>
          <p:cNvSpPr>
            <a:spLocks noGrp="1"/>
          </p:cNvSpPr>
          <p:nvPr>
            <p:ph sz="half" idx="2"/>
          </p:nvPr>
        </p:nvSpPr>
        <p:spPr>
          <a:xfrm>
            <a:off x="693738" y="2071688"/>
            <a:ext cx="4265612" cy="30464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F9FFE2F1-B5C4-177C-E9AB-A8D9C3C61D8C}"/>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5DFB7E6-8E09-CA49-F5F1-FA11519643FC}"/>
              </a:ext>
            </a:extLst>
          </p:cNvPr>
          <p:cNvSpPr>
            <a:spLocks noGrp="1"/>
          </p:cNvSpPr>
          <p:nvPr>
            <p:ph sz="quarter" idx="4"/>
          </p:nvPr>
        </p:nvSpPr>
        <p:spPr>
          <a:xfrm>
            <a:off x="5103813" y="2071688"/>
            <a:ext cx="4284662" cy="30464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12412082-44DE-DC1B-9099-340F9C7E75C9}"/>
              </a:ext>
            </a:extLst>
          </p:cNvPr>
          <p:cNvSpPr>
            <a:spLocks noGrp="1"/>
          </p:cNvSpPr>
          <p:nvPr>
            <p:ph type="dt" sz="half" idx="10"/>
          </p:nvPr>
        </p:nvSpPr>
        <p:spPr/>
        <p:txBody>
          <a:bodyPr/>
          <a:lstStyle/>
          <a:p>
            <a:pPr lvl="0"/>
            <a:endParaRPr lang="en-IN"/>
          </a:p>
        </p:txBody>
      </p:sp>
      <p:sp>
        <p:nvSpPr>
          <p:cNvPr id="8" name="Footer Placeholder 7">
            <a:extLst>
              <a:ext uri="{FF2B5EF4-FFF2-40B4-BE49-F238E27FC236}">
                <a16:creationId xmlns:a16="http://schemas.microsoft.com/office/drawing/2014/main" id="{51C31A07-07B0-B320-0796-A19B7AECFC10}"/>
              </a:ext>
            </a:extLst>
          </p:cNvPr>
          <p:cNvSpPr>
            <a:spLocks noGrp="1"/>
          </p:cNvSpPr>
          <p:nvPr>
            <p:ph type="ftr" sz="quarter" idx="11"/>
          </p:nvPr>
        </p:nvSpPr>
        <p:spPr/>
        <p:txBody>
          <a:bodyPr/>
          <a:lstStyle/>
          <a:p>
            <a:pPr lvl="0"/>
            <a:endParaRPr lang="en-IN"/>
          </a:p>
        </p:txBody>
      </p:sp>
      <p:sp>
        <p:nvSpPr>
          <p:cNvPr id="9" name="Slide Number Placeholder 8">
            <a:extLst>
              <a:ext uri="{FF2B5EF4-FFF2-40B4-BE49-F238E27FC236}">
                <a16:creationId xmlns:a16="http://schemas.microsoft.com/office/drawing/2014/main" id="{22244ED4-CD89-5C1F-4FFF-301D539FCBF9}"/>
              </a:ext>
            </a:extLst>
          </p:cNvPr>
          <p:cNvSpPr>
            <a:spLocks noGrp="1"/>
          </p:cNvSpPr>
          <p:nvPr>
            <p:ph type="sldNum" sz="quarter" idx="12"/>
          </p:nvPr>
        </p:nvSpPr>
        <p:spPr/>
        <p:txBody>
          <a:bodyPr/>
          <a:lstStyle/>
          <a:p>
            <a:pPr lvl="0"/>
            <a:fld id="{029E7DC0-1C6E-4CF0-8B88-BA077F92423B}" type="slidenum">
              <a:t>‹#›</a:t>
            </a:fld>
            <a:endParaRPr lang="en-IN"/>
          </a:p>
        </p:txBody>
      </p:sp>
    </p:spTree>
    <p:extLst>
      <p:ext uri="{BB962C8B-B14F-4D97-AF65-F5344CB8AC3E}">
        <p14:creationId xmlns:p14="http://schemas.microsoft.com/office/powerpoint/2010/main" val="4249977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0AAF1-9E91-22E3-2693-7A141F4C1FC1}"/>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5D621022-20DB-4CD2-39EC-36B94A26FF03}"/>
              </a:ext>
            </a:extLst>
          </p:cNvPr>
          <p:cNvSpPr>
            <a:spLocks noGrp="1"/>
          </p:cNvSpPr>
          <p:nvPr>
            <p:ph type="dt" sz="half" idx="10"/>
          </p:nvPr>
        </p:nvSpPr>
        <p:spPr/>
        <p:txBody>
          <a:bodyPr/>
          <a:lstStyle/>
          <a:p>
            <a:pPr lvl="0"/>
            <a:endParaRPr lang="en-IN"/>
          </a:p>
        </p:txBody>
      </p:sp>
      <p:sp>
        <p:nvSpPr>
          <p:cNvPr id="4" name="Footer Placeholder 3">
            <a:extLst>
              <a:ext uri="{FF2B5EF4-FFF2-40B4-BE49-F238E27FC236}">
                <a16:creationId xmlns:a16="http://schemas.microsoft.com/office/drawing/2014/main" id="{797C41A8-12A4-DC72-E16B-90B7B9FFE369}"/>
              </a:ext>
            </a:extLst>
          </p:cNvPr>
          <p:cNvSpPr>
            <a:spLocks noGrp="1"/>
          </p:cNvSpPr>
          <p:nvPr>
            <p:ph type="ftr" sz="quarter" idx="11"/>
          </p:nvPr>
        </p:nvSpPr>
        <p:spPr/>
        <p:txBody>
          <a:bodyPr/>
          <a:lstStyle/>
          <a:p>
            <a:pPr lvl="0"/>
            <a:endParaRPr lang="en-IN"/>
          </a:p>
        </p:txBody>
      </p:sp>
      <p:sp>
        <p:nvSpPr>
          <p:cNvPr id="5" name="Slide Number Placeholder 4">
            <a:extLst>
              <a:ext uri="{FF2B5EF4-FFF2-40B4-BE49-F238E27FC236}">
                <a16:creationId xmlns:a16="http://schemas.microsoft.com/office/drawing/2014/main" id="{23A3DA95-868C-F04F-E1BB-A2FBFC284D0C}"/>
              </a:ext>
            </a:extLst>
          </p:cNvPr>
          <p:cNvSpPr>
            <a:spLocks noGrp="1"/>
          </p:cNvSpPr>
          <p:nvPr>
            <p:ph type="sldNum" sz="quarter" idx="12"/>
          </p:nvPr>
        </p:nvSpPr>
        <p:spPr/>
        <p:txBody>
          <a:bodyPr/>
          <a:lstStyle/>
          <a:p>
            <a:pPr lvl="0"/>
            <a:fld id="{7D44FADA-B751-426C-A9AA-8B6F83106127}" type="slidenum">
              <a:t>‹#›</a:t>
            </a:fld>
            <a:endParaRPr lang="en-IN"/>
          </a:p>
        </p:txBody>
      </p:sp>
    </p:spTree>
    <p:extLst>
      <p:ext uri="{BB962C8B-B14F-4D97-AF65-F5344CB8AC3E}">
        <p14:creationId xmlns:p14="http://schemas.microsoft.com/office/powerpoint/2010/main" val="2645947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621BDE-3BDE-84AC-7D33-786ADB74FD34}"/>
              </a:ext>
            </a:extLst>
          </p:cNvPr>
          <p:cNvSpPr>
            <a:spLocks noGrp="1"/>
          </p:cNvSpPr>
          <p:nvPr>
            <p:ph type="dt" sz="half" idx="10"/>
          </p:nvPr>
        </p:nvSpPr>
        <p:spPr/>
        <p:txBody>
          <a:bodyPr/>
          <a:lstStyle/>
          <a:p>
            <a:pPr lvl="0"/>
            <a:endParaRPr lang="en-IN"/>
          </a:p>
        </p:txBody>
      </p:sp>
      <p:sp>
        <p:nvSpPr>
          <p:cNvPr id="3" name="Footer Placeholder 2">
            <a:extLst>
              <a:ext uri="{FF2B5EF4-FFF2-40B4-BE49-F238E27FC236}">
                <a16:creationId xmlns:a16="http://schemas.microsoft.com/office/drawing/2014/main" id="{625C6556-C130-0CB2-5CA1-4D119A039597}"/>
              </a:ext>
            </a:extLst>
          </p:cNvPr>
          <p:cNvSpPr>
            <a:spLocks noGrp="1"/>
          </p:cNvSpPr>
          <p:nvPr>
            <p:ph type="ftr" sz="quarter" idx="11"/>
          </p:nvPr>
        </p:nvSpPr>
        <p:spPr/>
        <p:txBody>
          <a:bodyPr/>
          <a:lstStyle/>
          <a:p>
            <a:pPr lvl="0"/>
            <a:endParaRPr lang="en-IN"/>
          </a:p>
        </p:txBody>
      </p:sp>
      <p:sp>
        <p:nvSpPr>
          <p:cNvPr id="4" name="Slide Number Placeholder 3">
            <a:extLst>
              <a:ext uri="{FF2B5EF4-FFF2-40B4-BE49-F238E27FC236}">
                <a16:creationId xmlns:a16="http://schemas.microsoft.com/office/drawing/2014/main" id="{77325437-F19B-A232-ED0C-D79676B191DC}"/>
              </a:ext>
            </a:extLst>
          </p:cNvPr>
          <p:cNvSpPr>
            <a:spLocks noGrp="1"/>
          </p:cNvSpPr>
          <p:nvPr>
            <p:ph type="sldNum" sz="quarter" idx="12"/>
          </p:nvPr>
        </p:nvSpPr>
        <p:spPr/>
        <p:txBody>
          <a:bodyPr/>
          <a:lstStyle/>
          <a:p>
            <a:pPr lvl="0"/>
            <a:fld id="{E3CA5EB4-2A48-46F9-B8DF-DE51FAE9855F}" type="slidenum">
              <a:t>‹#›</a:t>
            </a:fld>
            <a:endParaRPr lang="en-IN"/>
          </a:p>
        </p:txBody>
      </p:sp>
    </p:spTree>
    <p:extLst>
      <p:ext uri="{BB962C8B-B14F-4D97-AF65-F5344CB8AC3E}">
        <p14:creationId xmlns:p14="http://schemas.microsoft.com/office/powerpoint/2010/main" val="267974316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CAA6B-1D9D-4EDD-02A4-B9BFCE6B6F85}"/>
              </a:ext>
            </a:extLst>
          </p:cNvPr>
          <p:cNvSpPr>
            <a:spLocks noGrp="1"/>
          </p:cNvSpPr>
          <p:nvPr>
            <p:ph type="title"/>
          </p:nvPr>
        </p:nvSpPr>
        <p:spPr>
          <a:xfrm>
            <a:off x="693738" y="377825"/>
            <a:ext cx="3251200" cy="1323975"/>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C104AB2A-2CF2-EFD6-5D19-C29224B842E5}"/>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516BF2D8-5C4B-2392-DEEB-EB544F95C99E}"/>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EE8E71F-6734-E047-4ECB-FFF0B85D87B6}"/>
              </a:ext>
            </a:extLst>
          </p:cNvPr>
          <p:cNvSpPr>
            <a:spLocks noGrp="1"/>
          </p:cNvSpPr>
          <p:nvPr>
            <p:ph type="dt" sz="half" idx="10"/>
          </p:nvPr>
        </p:nvSpPr>
        <p:spPr/>
        <p:txBody>
          <a:bodyPr/>
          <a:lstStyle/>
          <a:p>
            <a:pPr lvl="0"/>
            <a:endParaRPr lang="en-IN"/>
          </a:p>
        </p:txBody>
      </p:sp>
      <p:sp>
        <p:nvSpPr>
          <p:cNvPr id="6" name="Footer Placeholder 5">
            <a:extLst>
              <a:ext uri="{FF2B5EF4-FFF2-40B4-BE49-F238E27FC236}">
                <a16:creationId xmlns:a16="http://schemas.microsoft.com/office/drawing/2014/main" id="{03E1E436-76DC-CBB5-4984-70D402D551F0}"/>
              </a:ext>
            </a:extLst>
          </p:cNvPr>
          <p:cNvSpPr>
            <a:spLocks noGrp="1"/>
          </p:cNvSpPr>
          <p:nvPr>
            <p:ph type="ftr" sz="quarter" idx="11"/>
          </p:nvPr>
        </p:nvSpPr>
        <p:spPr/>
        <p:txBody>
          <a:bodyPr/>
          <a:lstStyle/>
          <a:p>
            <a:pPr lvl="0"/>
            <a:endParaRPr lang="en-IN"/>
          </a:p>
        </p:txBody>
      </p:sp>
      <p:sp>
        <p:nvSpPr>
          <p:cNvPr id="7" name="Slide Number Placeholder 6">
            <a:extLst>
              <a:ext uri="{FF2B5EF4-FFF2-40B4-BE49-F238E27FC236}">
                <a16:creationId xmlns:a16="http://schemas.microsoft.com/office/drawing/2014/main" id="{5C99E48E-0B0F-826C-73DF-48564936DBB2}"/>
              </a:ext>
            </a:extLst>
          </p:cNvPr>
          <p:cNvSpPr>
            <a:spLocks noGrp="1"/>
          </p:cNvSpPr>
          <p:nvPr>
            <p:ph type="sldNum" sz="quarter" idx="12"/>
          </p:nvPr>
        </p:nvSpPr>
        <p:spPr/>
        <p:txBody>
          <a:bodyPr/>
          <a:lstStyle/>
          <a:p>
            <a:pPr lvl="0"/>
            <a:fld id="{8115035B-2DDC-4C56-8560-6E89FE0408B7}" type="slidenum">
              <a:t>‹#›</a:t>
            </a:fld>
            <a:endParaRPr lang="en-IN"/>
          </a:p>
        </p:txBody>
      </p:sp>
    </p:spTree>
    <p:extLst>
      <p:ext uri="{BB962C8B-B14F-4D97-AF65-F5344CB8AC3E}">
        <p14:creationId xmlns:p14="http://schemas.microsoft.com/office/powerpoint/2010/main" val="1164969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A6D86-1A76-C5CA-1798-93B3F8BA1218}"/>
              </a:ext>
            </a:extLst>
          </p:cNvPr>
          <p:cNvSpPr>
            <a:spLocks noGrp="1"/>
          </p:cNvSpPr>
          <p:nvPr>
            <p:ph type="title"/>
          </p:nvPr>
        </p:nvSpPr>
        <p:spPr>
          <a:xfrm>
            <a:off x="693738" y="377825"/>
            <a:ext cx="3251200" cy="1323975"/>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869C8C11-1690-6076-1D4E-C80D4CCFF671}"/>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F9DC10E-BB0C-F60F-2915-6C6ED262DEEC}"/>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B386BAF-E24F-B70C-1EE2-0DC45EA2DCB5}"/>
              </a:ext>
            </a:extLst>
          </p:cNvPr>
          <p:cNvSpPr>
            <a:spLocks noGrp="1"/>
          </p:cNvSpPr>
          <p:nvPr>
            <p:ph type="dt" sz="half" idx="10"/>
          </p:nvPr>
        </p:nvSpPr>
        <p:spPr/>
        <p:txBody>
          <a:bodyPr/>
          <a:lstStyle/>
          <a:p>
            <a:pPr lvl="0"/>
            <a:endParaRPr lang="en-IN"/>
          </a:p>
        </p:txBody>
      </p:sp>
      <p:sp>
        <p:nvSpPr>
          <p:cNvPr id="6" name="Footer Placeholder 5">
            <a:extLst>
              <a:ext uri="{FF2B5EF4-FFF2-40B4-BE49-F238E27FC236}">
                <a16:creationId xmlns:a16="http://schemas.microsoft.com/office/drawing/2014/main" id="{383F6D6F-6F76-C36E-3FAF-455B1FD7430C}"/>
              </a:ext>
            </a:extLst>
          </p:cNvPr>
          <p:cNvSpPr>
            <a:spLocks noGrp="1"/>
          </p:cNvSpPr>
          <p:nvPr>
            <p:ph type="ftr" sz="quarter" idx="11"/>
          </p:nvPr>
        </p:nvSpPr>
        <p:spPr/>
        <p:txBody>
          <a:bodyPr/>
          <a:lstStyle/>
          <a:p>
            <a:pPr lvl="0"/>
            <a:endParaRPr lang="en-IN"/>
          </a:p>
        </p:txBody>
      </p:sp>
      <p:sp>
        <p:nvSpPr>
          <p:cNvPr id="7" name="Slide Number Placeholder 6">
            <a:extLst>
              <a:ext uri="{FF2B5EF4-FFF2-40B4-BE49-F238E27FC236}">
                <a16:creationId xmlns:a16="http://schemas.microsoft.com/office/drawing/2014/main" id="{E90F725D-2951-65AF-ABB3-28E1ED12C9A7}"/>
              </a:ext>
            </a:extLst>
          </p:cNvPr>
          <p:cNvSpPr>
            <a:spLocks noGrp="1"/>
          </p:cNvSpPr>
          <p:nvPr>
            <p:ph type="sldNum" sz="quarter" idx="12"/>
          </p:nvPr>
        </p:nvSpPr>
        <p:spPr/>
        <p:txBody>
          <a:bodyPr/>
          <a:lstStyle/>
          <a:p>
            <a:pPr lvl="0"/>
            <a:fld id="{1719E6BE-26AF-4CDD-9A19-30448BEEE9D2}" type="slidenum">
              <a:t>‹#›</a:t>
            </a:fld>
            <a:endParaRPr lang="en-IN"/>
          </a:p>
        </p:txBody>
      </p:sp>
    </p:spTree>
    <p:extLst>
      <p:ext uri="{BB962C8B-B14F-4D97-AF65-F5344CB8AC3E}">
        <p14:creationId xmlns:p14="http://schemas.microsoft.com/office/powerpoint/2010/main" val="2783064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310B5-E15D-37ED-478A-46B0C4072AC7}"/>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6D96202D-C6E0-EE1C-11FD-D958150124D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80570A6F-FEFB-17CE-AB57-BE2A30AA3105}"/>
              </a:ext>
            </a:extLst>
          </p:cNvPr>
          <p:cNvSpPr>
            <a:spLocks noGrp="1"/>
          </p:cNvSpPr>
          <p:nvPr>
            <p:ph type="dt" sz="half" idx="10"/>
          </p:nvPr>
        </p:nvSpPr>
        <p:spPr/>
        <p:txBody>
          <a:bodyPr/>
          <a:lstStyle/>
          <a:p>
            <a:pPr lvl="0"/>
            <a:endParaRPr lang="en-IN"/>
          </a:p>
        </p:txBody>
      </p:sp>
      <p:sp>
        <p:nvSpPr>
          <p:cNvPr id="5" name="Footer Placeholder 4">
            <a:extLst>
              <a:ext uri="{FF2B5EF4-FFF2-40B4-BE49-F238E27FC236}">
                <a16:creationId xmlns:a16="http://schemas.microsoft.com/office/drawing/2014/main" id="{E85704C8-B14C-AB4F-8834-E14C5F1332B4}"/>
              </a:ext>
            </a:extLst>
          </p:cNvPr>
          <p:cNvSpPr>
            <a:spLocks noGrp="1"/>
          </p:cNvSpPr>
          <p:nvPr>
            <p:ph type="ftr" sz="quarter" idx="11"/>
          </p:nvPr>
        </p:nvSpPr>
        <p:spPr/>
        <p:txBody>
          <a:bodyPr/>
          <a:lstStyle/>
          <a:p>
            <a:pPr lvl="0"/>
            <a:endParaRPr lang="en-IN"/>
          </a:p>
        </p:txBody>
      </p:sp>
      <p:sp>
        <p:nvSpPr>
          <p:cNvPr id="6" name="Slide Number Placeholder 5">
            <a:extLst>
              <a:ext uri="{FF2B5EF4-FFF2-40B4-BE49-F238E27FC236}">
                <a16:creationId xmlns:a16="http://schemas.microsoft.com/office/drawing/2014/main" id="{E6025589-4349-E859-2E8B-5C28739B01F8}"/>
              </a:ext>
            </a:extLst>
          </p:cNvPr>
          <p:cNvSpPr>
            <a:spLocks noGrp="1"/>
          </p:cNvSpPr>
          <p:nvPr>
            <p:ph type="sldNum" sz="quarter" idx="12"/>
          </p:nvPr>
        </p:nvSpPr>
        <p:spPr/>
        <p:txBody>
          <a:bodyPr/>
          <a:lstStyle/>
          <a:p>
            <a:pPr lvl="0"/>
            <a:fld id="{A4A5D707-B7B2-45D5-8EBF-DC1157EC9EB9}" type="slidenum">
              <a:t>‹#›</a:t>
            </a:fld>
            <a:endParaRPr lang="en-IN"/>
          </a:p>
        </p:txBody>
      </p:sp>
    </p:spTree>
    <p:extLst>
      <p:ext uri="{BB962C8B-B14F-4D97-AF65-F5344CB8AC3E}">
        <p14:creationId xmlns:p14="http://schemas.microsoft.com/office/powerpoint/2010/main" val="3911546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B3904C-F087-1B5B-1C38-4810E05D35A9}"/>
              </a:ext>
            </a:extLst>
          </p:cNvPr>
          <p:cNvSpPr>
            <a:spLocks noGrp="1"/>
          </p:cNvSpPr>
          <p:nvPr>
            <p:ph type="title" orient="vert"/>
          </p:nvPr>
        </p:nvSpPr>
        <p:spPr>
          <a:xfrm>
            <a:off x="7308850" y="225425"/>
            <a:ext cx="2266950" cy="43894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F2AFDECB-7959-4D2D-B142-A5C6B7D4FB27}"/>
              </a:ext>
            </a:extLst>
          </p:cNvPr>
          <p:cNvSpPr>
            <a:spLocks noGrp="1"/>
          </p:cNvSpPr>
          <p:nvPr>
            <p:ph type="body" orient="vert" idx="1"/>
          </p:nvPr>
        </p:nvSpPr>
        <p:spPr>
          <a:xfrm>
            <a:off x="503238" y="225425"/>
            <a:ext cx="6653212" cy="43894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CCB2910D-B1BA-0BE3-6915-AB5423C98926}"/>
              </a:ext>
            </a:extLst>
          </p:cNvPr>
          <p:cNvSpPr>
            <a:spLocks noGrp="1"/>
          </p:cNvSpPr>
          <p:nvPr>
            <p:ph type="dt" sz="half" idx="10"/>
          </p:nvPr>
        </p:nvSpPr>
        <p:spPr/>
        <p:txBody>
          <a:bodyPr/>
          <a:lstStyle/>
          <a:p>
            <a:pPr lvl="0"/>
            <a:endParaRPr lang="en-IN"/>
          </a:p>
        </p:txBody>
      </p:sp>
      <p:sp>
        <p:nvSpPr>
          <p:cNvPr id="5" name="Footer Placeholder 4">
            <a:extLst>
              <a:ext uri="{FF2B5EF4-FFF2-40B4-BE49-F238E27FC236}">
                <a16:creationId xmlns:a16="http://schemas.microsoft.com/office/drawing/2014/main" id="{F0418730-B483-2FD9-3D54-F52A3E429EDD}"/>
              </a:ext>
            </a:extLst>
          </p:cNvPr>
          <p:cNvSpPr>
            <a:spLocks noGrp="1"/>
          </p:cNvSpPr>
          <p:nvPr>
            <p:ph type="ftr" sz="quarter" idx="11"/>
          </p:nvPr>
        </p:nvSpPr>
        <p:spPr/>
        <p:txBody>
          <a:bodyPr/>
          <a:lstStyle/>
          <a:p>
            <a:pPr lvl="0"/>
            <a:endParaRPr lang="en-IN"/>
          </a:p>
        </p:txBody>
      </p:sp>
      <p:sp>
        <p:nvSpPr>
          <p:cNvPr id="6" name="Slide Number Placeholder 5">
            <a:extLst>
              <a:ext uri="{FF2B5EF4-FFF2-40B4-BE49-F238E27FC236}">
                <a16:creationId xmlns:a16="http://schemas.microsoft.com/office/drawing/2014/main" id="{A2C2087D-F41A-40A0-2C61-9CECE743DCEB}"/>
              </a:ext>
            </a:extLst>
          </p:cNvPr>
          <p:cNvSpPr>
            <a:spLocks noGrp="1"/>
          </p:cNvSpPr>
          <p:nvPr>
            <p:ph type="sldNum" sz="quarter" idx="12"/>
          </p:nvPr>
        </p:nvSpPr>
        <p:spPr/>
        <p:txBody>
          <a:bodyPr/>
          <a:lstStyle/>
          <a:p>
            <a:pPr lvl="0"/>
            <a:fld id="{5591B755-B049-4536-ADC1-9DC29316A8CF}" type="slidenum">
              <a:t>‹#›</a:t>
            </a:fld>
            <a:endParaRPr lang="en-IN"/>
          </a:p>
        </p:txBody>
      </p:sp>
    </p:spTree>
    <p:extLst>
      <p:ext uri="{BB962C8B-B14F-4D97-AF65-F5344CB8AC3E}">
        <p14:creationId xmlns:p14="http://schemas.microsoft.com/office/powerpoint/2010/main" val="3206677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02F131-94AC-FDC6-03C2-D04BC8B273FA}"/>
              </a:ext>
            </a:extLst>
          </p:cNvPr>
          <p:cNvSpPr txBox="1">
            <a:spLocks noGrp="1"/>
          </p:cNvSpPr>
          <p:nvPr>
            <p:ph type="title"/>
          </p:nvPr>
        </p:nvSpPr>
        <p:spPr>
          <a:xfrm>
            <a:off x="503999" y="226080"/>
            <a:ext cx="9071640" cy="946440"/>
          </a:xfrm>
          <a:prstGeom prst="rect">
            <a:avLst/>
          </a:prstGeom>
          <a:noFill/>
          <a:ln>
            <a:noFill/>
          </a:ln>
        </p:spPr>
        <p:txBody>
          <a:bodyPr lIns="0" tIns="0" rIns="0" bIns="0" anchor="ctr"/>
          <a:lstStyle/>
          <a:p>
            <a:endParaRPr lang="en-IN"/>
          </a:p>
        </p:txBody>
      </p:sp>
      <p:sp>
        <p:nvSpPr>
          <p:cNvPr id="3" name="Text Placeholder 2">
            <a:extLst>
              <a:ext uri="{FF2B5EF4-FFF2-40B4-BE49-F238E27FC236}">
                <a16:creationId xmlns:a16="http://schemas.microsoft.com/office/drawing/2014/main" id="{9C3D7F6F-0CAD-E1D2-3C74-0116B199AA7D}"/>
              </a:ext>
            </a:extLst>
          </p:cNvPr>
          <p:cNvSpPr txBox="1">
            <a:spLocks noGrp="1"/>
          </p:cNvSpPr>
          <p:nvPr>
            <p:ph type="body" idx="1"/>
          </p:nvPr>
        </p:nvSpPr>
        <p:spPr>
          <a:xfrm>
            <a:off x="503999" y="1326600"/>
            <a:ext cx="9071640" cy="3288239"/>
          </a:xfrm>
          <a:prstGeom prst="rect">
            <a:avLst/>
          </a:prstGeom>
          <a:noFill/>
          <a:ln>
            <a:noFill/>
          </a:ln>
        </p:spPr>
        <p:txBody>
          <a:bodyPr lIns="0" tIns="0" rIns="0" bIns="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0401C4B-5018-E421-07F7-49DDA49E503E}"/>
              </a:ext>
            </a:extLst>
          </p:cNvPr>
          <p:cNvSpPr txBox="1">
            <a:spLocks noGrp="1"/>
          </p:cNvSpPr>
          <p:nvPr>
            <p:ph type="dt" sz="half" idx="2"/>
          </p:nvPr>
        </p:nvSpPr>
        <p:spPr>
          <a:xfrm>
            <a:off x="503999" y="5165280"/>
            <a:ext cx="2348280" cy="390600"/>
          </a:xfrm>
          <a:prstGeom prst="rect">
            <a:avLst/>
          </a:prstGeom>
          <a:noFill/>
          <a:ln>
            <a:noFill/>
          </a:ln>
        </p:spPr>
        <p:txBody>
          <a:bodyPr vert="horz" lIns="0" tIns="0" rIns="0" bIns="0" anchorCtr="0">
            <a:noAutofit/>
          </a:bodyPr>
          <a:lstStyle>
            <a:lvl1pPr lvl="0"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5" name="Footer Placeholder 4">
            <a:extLst>
              <a:ext uri="{FF2B5EF4-FFF2-40B4-BE49-F238E27FC236}">
                <a16:creationId xmlns:a16="http://schemas.microsoft.com/office/drawing/2014/main" id="{3C9DA0EF-4198-28EE-77DC-5FE57156A5EC}"/>
              </a:ext>
            </a:extLst>
          </p:cNvPr>
          <p:cNvSpPr txBox="1">
            <a:spLocks noGrp="1"/>
          </p:cNvSpPr>
          <p:nvPr>
            <p:ph type="ftr" sz="quarter" idx="3"/>
          </p:nvPr>
        </p:nvSpPr>
        <p:spPr>
          <a:xfrm>
            <a:off x="3447360" y="5165280"/>
            <a:ext cx="3195000" cy="390600"/>
          </a:xfrm>
          <a:prstGeom prst="rect">
            <a:avLst/>
          </a:prstGeom>
          <a:noFill/>
          <a:ln>
            <a:noFill/>
          </a:ln>
        </p:spPr>
        <p:txBody>
          <a:bodyPr vert="horz" lIns="0" tIns="0" rIns="0" bIns="0" anchorCtr="0">
            <a:noAutofit/>
          </a:bodyPr>
          <a:lstStyle>
            <a:lvl1pPr lvl="0" algn="ctr"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6" name="Slide Number Placeholder 5">
            <a:extLst>
              <a:ext uri="{FF2B5EF4-FFF2-40B4-BE49-F238E27FC236}">
                <a16:creationId xmlns:a16="http://schemas.microsoft.com/office/drawing/2014/main" id="{55F301DC-23B3-1EAF-F22A-41444FA91EE7}"/>
              </a:ext>
            </a:extLst>
          </p:cNvPr>
          <p:cNvSpPr txBox="1">
            <a:spLocks noGrp="1"/>
          </p:cNvSpPr>
          <p:nvPr>
            <p:ph type="sldNum" sz="quarter" idx="4"/>
          </p:nvPr>
        </p:nvSpPr>
        <p:spPr>
          <a:xfrm>
            <a:off x="7227360" y="5165280"/>
            <a:ext cx="2348280" cy="390600"/>
          </a:xfrm>
          <a:prstGeom prst="rect">
            <a:avLst/>
          </a:prstGeom>
          <a:noFill/>
          <a:ln>
            <a:noFill/>
          </a:ln>
        </p:spPr>
        <p:txBody>
          <a:bodyPr vert="horz" lIns="0" tIns="0" rIns="0" bIns="0" anchorCtr="0">
            <a:noAutofit/>
          </a:bodyPr>
          <a:lstStyle>
            <a:lvl1pPr lvl="0" algn="r" rtl="0" hangingPunct="0">
              <a:buNone/>
              <a:tabLst/>
              <a:defRPr lang="en-IN" sz="1400" kern="1200">
                <a:latin typeface="Liberation Serif" pitchFamily="18"/>
                <a:ea typeface="DejaVu Sans" pitchFamily="2"/>
                <a:cs typeface="DejaVu Sans" pitchFamily="2"/>
              </a:defRPr>
            </a:lvl1pPr>
          </a:lstStyle>
          <a:p>
            <a:pPr lvl="0"/>
            <a:fld id="{3F56ABDB-2055-4CD2-9528-788F6408CA7C}" type="slidenum">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hangingPunct="0">
        <a:tabLst/>
        <a:defRPr lang="en-IN" sz="4400" b="0" i="0" u="none" strike="noStrike" kern="1200" cap="none">
          <a:ln>
            <a:noFill/>
          </a:ln>
          <a:highlight>
            <a:scrgbClr r="0" g="0" b="0">
              <a:alpha val="0"/>
            </a:scrgbClr>
          </a:highlight>
          <a:latin typeface="Liberation Sans" pitchFamily="18"/>
        </a:defRPr>
      </a:lvl1pPr>
    </p:titleStyle>
    <p:bodyStyle>
      <a:lvl1pPr hangingPunct="0">
        <a:spcBef>
          <a:spcPts val="1417"/>
        </a:spcBef>
        <a:spcAft>
          <a:spcPts val="0"/>
        </a:spcAft>
        <a:tabLst/>
        <a:defRPr lang="en-IN" sz="3200" b="0" i="0" u="none" strike="noStrike" kern="1200" cap="none">
          <a:ln>
            <a:noFill/>
          </a:ln>
          <a:highlight>
            <a:scrgbClr r="0" g="0" b="0">
              <a:alpha val="0"/>
            </a:scrgbClr>
          </a:highlight>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94825-E912-46C6-4E7E-2E3BE38314FF}"/>
              </a:ext>
            </a:extLst>
          </p:cNvPr>
          <p:cNvSpPr txBox="1">
            <a:spLocks noGrp="1"/>
          </p:cNvSpPr>
          <p:nvPr>
            <p:ph type="title" idx="4294967295"/>
          </p:nvPr>
        </p:nvSpPr>
        <p:spPr>
          <a:xfrm>
            <a:off x="288360" y="133560"/>
            <a:ext cx="9071640" cy="946440"/>
          </a:xfrm>
          <a:effectLst>
            <a:outerShdw dir="16200000" algn="tl">
              <a:srgbClr val="787878"/>
            </a:outerShdw>
          </a:effectLst>
        </p:spPr>
        <p:txBody>
          <a:bodyPr vert="horz"/>
          <a:lstStyle/>
          <a:p>
            <a:pPr lvl="0" algn="l" rtl="0"/>
            <a:r>
              <a:rPr lang="en-IN" sz="1600" b="1">
                <a:solidFill>
                  <a:srgbClr val="000000"/>
                </a:solidFill>
                <a:latin typeface="Aptos Narrow" pitchFamily="34"/>
              </a:rPr>
              <a:t>GenAI‑Powered Cloud Security Copilot for Risk &amp; Cost Optimization</a:t>
            </a:r>
          </a:p>
        </p:txBody>
      </p:sp>
      <p:sp>
        <p:nvSpPr>
          <p:cNvPr id="3" name="Subtitle 2">
            <a:extLst>
              <a:ext uri="{FF2B5EF4-FFF2-40B4-BE49-F238E27FC236}">
                <a16:creationId xmlns:a16="http://schemas.microsoft.com/office/drawing/2014/main" id="{E69C7ED4-8DF7-99E2-140C-31FE3A1E70AB}"/>
              </a:ext>
            </a:extLst>
          </p:cNvPr>
          <p:cNvSpPr txBox="1">
            <a:spLocks noGrp="1"/>
          </p:cNvSpPr>
          <p:nvPr>
            <p:ph type="subTitle" idx="4294967295"/>
          </p:nvPr>
        </p:nvSpPr>
        <p:spPr>
          <a:xfrm>
            <a:off x="180386" y="1080000"/>
            <a:ext cx="9071640" cy="4063319"/>
          </a:xfrm>
        </p:spPr>
        <p:txBody>
          <a:bodyPr vert="horz" anchor="ctr">
            <a:normAutofit fontScale="77500" lnSpcReduction="20000"/>
          </a:bodyPr>
          <a:lstStyle/>
          <a:p>
            <a:pPr lvl="0" algn="l" rtl="0"/>
            <a:r>
              <a:rPr lang="en-IN" sz="1600" b="1" dirty="0">
                <a:solidFill>
                  <a:srgbClr val="000000"/>
                </a:solidFill>
              </a:rPr>
              <a:t>Proposed Solution – </a:t>
            </a:r>
            <a:r>
              <a:rPr lang="en-IN" sz="1600" b="1" dirty="0" err="1">
                <a:solidFill>
                  <a:srgbClr val="000000"/>
                </a:solidFill>
              </a:rPr>
              <a:t>CloudGuardian</a:t>
            </a:r>
            <a:r>
              <a:rPr lang="en-IN" sz="1600" b="1" dirty="0">
                <a:solidFill>
                  <a:srgbClr val="000000"/>
                </a:solidFill>
              </a:rPr>
              <a:t> AI</a:t>
            </a:r>
          </a:p>
          <a:p>
            <a:pPr lvl="0" algn="l" rtl="0"/>
            <a:r>
              <a:rPr lang="en-IN" sz="1600" b="1" dirty="0">
                <a:solidFill>
                  <a:srgbClr val="000000"/>
                </a:solidFill>
              </a:rPr>
              <a:t> </a:t>
            </a:r>
          </a:p>
          <a:p>
            <a:pPr lvl="0" algn="just" rtl="0">
              <a:buSzPct val="45000"/>
              <a:buFont typeface="StarSymbol"/>
              <a:buChar char="●"/>
            </a:pPr>
            <a:r>
              <a:rPr lang="en-IN" sz="1600" b="1" dirty="0">
                <a:solidFill>
                  <a:srgbClr val="000000"/>
                </a:solidFill>
              </a:rPr>
              <a:t>What is it?</a:t>
            </a:r>
            <a:r>
              <a:rPr lang="en-IN" sz="1600" dirty="0">
                <a:solidFill>
                  <a:srgbClr val="000000"/>
                </a:solidFill>
              </a:rPr>
              <a:t> </a:t>
            </a:r>
            <a:r>
              <a:rPr lang="en-IN" sz="1600" dirty="0" err="1">
                <a:solidFill>
                  <a:srgbClr val="000000"/>
                </a:solidFill>
              </a:rPr>
              <a:t>CloudGuardian</a:t>
            </a:r>
            <a:r>
              <a:rPr lang="en-IN" sz="1600" dirty="0">
                <a:solidFill>
                  <a:srgbClr val="000000"/>
                </a:solidFill>
              </a:rPr>
              <a:t> AI is a platform-agnostic copilot that bridges the gap between Security and FinOps. It continuously </a:t>
            </a:r>
            <a:r>
              <a:rPr lang="en-IN" sz="1600" dirty="0" err="1">
                <a:solidFill>
                  <a:srgbClr val="000000"/>
                </a:solidFill>
              </a:rPr>
              <a:t>analyzes</a:t>
            </a:r>
            <a:r>
              <a:rPr lang="en-IN" sz="1600" dirty="0">
                <a:solidFill>
                  <a:srgbClr val="000000"/>
                </a:solidFill>
              </a:rPr>
              <a:t> cloud environments to provide unified, actionable insights that serve both cost and security teams simultaneously.</a:t>
            </a:r>
          </a:p>
          <a:p>
            <a:pPr lvl="0" algn="just" rtl="0"/>
            <a:endParaRPr lang="en-IN" sz="1600" dirty="0">
              <a:solidFill>
                <a:srgbClr val="000000"/>
              </a:solidFill>
            </a:endParaRPr>
          </a:p>
          <a:p>
            <a:pPr lvl="0" algn="just" rtl="0">
              <a:buSzPct val="45000"/>
              <a:buFont typeface="StarSymbol"/>
              <a:buChar char="●"/>
            </a:pPr>
            <a:r>
              <a:rPr lang="en-IN" sz="1600" b="1" dirty="0">
                <a:solidFill>
                  <a:srgbClr val="000000"/>
                </a:solidFill>
              </a:rPr>
              <a:t>Problem 1 (Cost Waste):</a:t>
            </a:r>
            <a:r>
              <a:rPr lang="en-IN" sz="1600" dirty="0">
                <a:solidFill>
                  <a:srgbClr val="000000"/>
                </a:solidFill>
              </a:rPr>
              <a:t> The system identifies idle resources, such as orphaned storage volumes and over-provisioned VMs, that silently drain budgets. It calculates the exact dollar amount of this waste and immediately recommends resizing or termination to stop the financial bleed.</a:t>
            </a:r>
          </a:p>
          <a:p>
            <a:pPr lvl="0" algn="just" rtl="0">
              <a:buSzPct val="45000"/>
              <a:buFont typeface="StarSymbol"/>
              <a:buChar char="●"/>
            </a:pPr>
            <a:endParaRPr lang="en-IN" sz="1600" dirty="0">
              <a:solidFill>
                <a:srgbClr val="000000"/>
              </a:solidFill>
            </a:endParaRPr>
          </a:p>
          <a:p>
            <a:pPr lvl="0" algn="just" rtl="0">
              <a:buSzPct val="45000"/>
              <a:buFont typeface="StarSymbol"/>
              <a:buChar char="●"/>
            </a:pPr>
            <a:r>
              <a:rPr lang="en-IN" sz="1600" b="1" dirty="0">
                <a:solidFill>
                  <a:srgbClr val="000000"/>
                </a:solidFill>
              </a:rPr>
              <a:t>Problem 2 (Security Gaps): </a:t>
            </a:r>
            <a:r>
              <a:rPr lang="en-IN" sz="1600" dirty="0">
                <a:solidFill>
                  <a:srgbClr val="000000"/>
                </a:solidFill>
              </a:rPr>
              <a:t>It proactively scans both Infrastructure-as-Code (</a:t>
            </a:r>
            <a:r>
              <a:rPr lang="en-IN" sz="1600" dirty="0" err="1">
                <a:solidFill>
                  <a:srgbClr val="000000"/>
                </a:solidFill>
              </a:rPr>
              <a:t>IaC</a:t>
            </a:r>
            <a:r>
              <a:rPr lang="en-IN" sz="1600" dirty="0">
                <a:solidFill>
                  <a:srgbClr val="000000"/>
                </a:solidFill>
              </a:rPr>
              <a:t>) and live running environments against strict industry benchmarks. This allows it to flag critical errors, like public-facing storage buckets or overly permissive firewall rules, before they become incidents.</a:t>
            </a:r>
          </a:p>
          <a:p>
            <a:pPr lvl="0" algn="just" rtl="0"/>
            <a:endParaRPr lang="en-IN" sz="1600" dirty="0">
              <a:solidFill>
                <a:srgbClr val="000000"/>
              </a:solidFill>
            </a:endParaRPr>
          </a:p>
          <a:p>
            <a:pPr lvl="0" algn="just" rtl="0">
              <a:buSzPct val="45000"/>
              <a:buFont typeface="StarSymbol"/>
              <a:buChar char="●"/>
            </a:pPr>
            <a:r>
              <a:rPr lang="en-IN" sz="1600" b="1" dirty="0">
                <a:solidFill>
                  <a:srgbClr val="000000"/>
                </a:solidFill>
              </a:rPr>
              <a:t>Problem 3 (Risk Prioritization):</a:t>
            </a:r>
            <a:r>
              <a:rPr lang="en-IN" sz="1600" dirty="0">
                <a:solidFill>
                  <a:srgbClr val="000000"/>
                </a:solidFill>
              </a:rPr>
              <a:t> Instead of a noisy list of alerts, it correlates findings with data sensitivity and business context. This creates a prioritized action plan that directs you to the most critical "open doors" leading to sensitive assets.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2">
    <p:bg>
      <p:bgPr>
        <a:no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C419EB-F675-2C68-E9FE-33770DF1AF83}"/>
              </a:ext>
            </a:extLst>
          </p:cNvPr>
          <p:cNvSpPr txBox="1"/>
          <p:nvPr/>
        </p:nvSpPr>
        <p:spPr>
          <a:xfrm>
            <a:off x="180000" y="900000"/>
            <a:ext cx="9720000" cy="4635000"/>
          </a:xfrm>
          <a:prstGeom prst="rect">
            <a:avLst/>
          </a:prstGeom>
          <a:noFill/>
          <a:ln>
            <a:noFill/>
          </a:ln>
        </p:spPr>
        <p:txBody>
          <a:bodyPr vert="horz" wrap="square" lIns="90000" tIns="45000" rIns="90000" bIns="45000" anchorCtr="0" compatLnSpc="0">
            <a:spAutoFit/>
          </a:bodyPr>
          <a:lstStyle/>
          <a:p>
            <a:pPr marL="0" marR="0" lvl="0" indent="0" algn="just" rtl="0" hangingPunct="0">
              <a:lnSpc>
                <a:spcPct val="100000"/>
              </a:lnSpc>
              <a:spcBef>
                <a:spcPts val="0"/>
              </a:spcBef>
              <a:spcAft>
                <a:spcPts val="0"/>
              </a:spcAft>
              <a:buNone/>
              <a:tabLst/>
            </a:pPr>
            <a:r>
              <a:rPr lang="en-IN" sz="1800" b="1" i="0" u="none" strike="noStrike" kern="1200" cap="none">
                <a:ln>
                  <a:noFill/>
                </a:ln>
                <a:latin typeface="Liberation Sans" pitchFamily="18"/>
                <a:ea typeface="Noto Sans CJK SC" pitchFamily="2"/>
                <a:cs typeface="Lohit Devanagari" pitchFamily="2"/>
              </a:rPr>
              <a:t>Innovation – Context-Aware Intelligence</a:t>
            </a:r>
          </a:p>
          <a:p>
            <a:pPr marL="0" marR="0" lvl="0" indent="0" algn="just" rtl="0" hangingPunct="0">
              <a:lnSpc>
                <a:spcPct val="100000"/>
              </a:lnSpc>
              <a:spcBef>
                <a:spcPts val="0"/>
              </a:spcBef>
              <a:spcAft>
                <a:spcPts val="0"/>
              </a:spcAft>
              <a:buNone/>
              <a:tabLst/>
            </a:pPr>
            <a:endParaRPr lang="en-IN" sz="1600" b="0" i="0" u="none" strike="noStrike" kern="1200" cap="none">
              <a:ln>
                <a:noFill/>
              </a:ln>
              <a:latin typeface="Liberation Sans" pitchFamily="18"/>
              <a:ea typeface="Noto Sans CJK SC" pitchFamily="2"/>
              <a:cs typeface="Lohit Devanagari" pitchFamily="2"/>
            </a:endParaRPr>
          </a:p>
          <a:p>
            <a:pPr marL="0" marR="0" lvl="0" indent="0" algn="just" rtl="0" hangingPunct="0">
              <a:lnSpc>
                <a:spcPct val="100000"/>
              </a:lnSpc>
              <a:spcBef>
                <a:spcPts val="0"/>
              </a:spcBef>
              <a:spcAft>
                <a:spcPts val="0"/>
              </a:spcAft>
              <a:buSzPct val="45000"/>
              <a:buFont typeface="StarSymbol"/>
              <a:buChar char="●"/>
              <a:tabLst/>
            </a:pPr>
            <a:r>
              <a:rPr lang="en-IN" sz="1600" b="1" i="0" u="none" strike="noStrike" kern="1200" cap="none">
                <a:ln>
                  <a:noFill/>
                </a:ln>
                <a:latin typeface="Liberation Sans" pitchFamily="18"/>
                <a:ea typeface="Noto Sans CJK SC" pitchFamily="2"/>
                <a:cs typeface="Lohit Devanagari" pitchFamily="2"/>
              </a:rPr>
              <a:t>Unified Risk-Cost Metric:</a:t>
            </a:r>
            <a:r>
              <a:rPr lang="en-IN" sz="1600" b="0" i="0" u="none" strike="noStrike" kern="1200" cap="none">
                <a:ln>
                  <a:noFill/>
                </a:ln>
                <a:latin typeface="Liberation Sans" pitchFamily="18"/>
                <a:ea typeface="Noto Sans CJK SC" pitchFamily="2"/>
                <a:cs typeface="Lohit Devanagari" pitchFamily="2"/>
              </a:rPr>
              <a:t> We introduce a proprietary Risk-Weighted Cost (RWC) score that merges financial waste and security risk into a single metric. This ensures that high-waste, high-vulnerability assets are flagged for immediate action, effectively prioritizing "Actionable Context" over alert fatigue.</a:t>
            </a:r>
          </a:p>
          <a:p>
            <a:pPr marL="0" marR="0" lvl="0" indent="0" algn="just" rtl="0" hangingPunct="0">
              <a:lnSpc>
                <a:spcPct val="100000"/>
              </a:lnSpc>
              <a:spcBef>
                <a:spcPts val="0"/>
              </a:spcBef>
              <a:spcAft>
                <a:spcPts val="0"/>
              </a:spcAft>
              <a:buNone/>
              <a:tabLst/>
            </a:pPr>
            <a:endParaRPr lang="en-IN" sz="1600" b="0" i="0" u="none" strike="noStrike" kern="1200" cap="none">
              <a:ln>
                <a:noFill/>
              </a:ln>
              <a:latin typeface="Liberation Sans" pitchFamily="18"/>
              <a:ea typeface="Noto Sans CJK SC" pitchFamily="2"/>
              <a:cs typeface="Lohit Devanagari" pitchFamily="2"/>
            </a:endParaRPr>
          </a:p>
          <a:p>
            <a:pPr marL="0" marR="0" lvl="0" indent="0" algn="just" rtl="0" hangingPunct="0">
              <a:lnSpc>
                <a:spcPct val="100000"/>
              </a:lnSpc>
              <a:spcBef>
                <a:spcPts val="0"/>
              </a:spcBef>
              <a:spcAft>
                <a:spcPts val="0"/>
              </a:spcAft>
              <a:buSzPct val="45000"/>
              <a:buFont typeface="StarSymbol"/>
              <a:buChar char="●"/>
              <a:tabLst/>
            </a:pPr>
            <a:r>
              <a:rPr lang="en-IN" sz="1600" b="1" i="0" u="none" strike="noStrike" kern="1200" cap="none">
                <a:ln>
                  <a:noFill/>
                </a:ln>
                <a:latin typeface="Liberation Sans" pitchFamily="18"/>
                <a:ea typeface="Noto Sans CJK SC" pitchFamily="2"/>
                <a:cs typeface="Lohit Devanagari" pitchFamily="2"/>
              </a:rPr>
              <a:t>GenAI Remediation:</a:t>
            </a:r>
            <a:r>
              <a:rPr lang="en-IN" sz="1600" b="0" i="0" u="none" strike="noStrike" kern="1200" cap="none">
                <a:ln>
                  <a:noFill/>
                </a:ln>
                <a:latin typeface="Liberation Sans" pitchFamily="18"/>
                <a:ea typeface="Noto Sans CJK SC" pitchFamily="2"/>
                <a:cs typeface="Lohit Devanagari" pitchFamily="2"/>
              </a:rPr>
              <a:t> Rather than just alerting you to a problem, the copilot generates the specific Infrastructure-as-Code patches (Terraform or CloudFormation) needed to fix it. Users receive exact code snippets to remediate issues, such as changing a bucket's access control list from public to private.</a:t>
            </a:r>
          </a:p>
          <a:p>
            <a:pPr marL="0" marR="0" lvl="0" indent="0" algn="just" rtl="0" hangingPunct="0">
              <a:lnSpc>
                <a:spcPct val="100000"/>
              </a:lnSpc>
              <a:spcBef>
                <a:spcPts val="0"/>
              </a:spcBef>
              <a:spcAft>
                <a:spcPts val="0"/>
              </a:spcAft>
              <a:buNone/>
              <a:tabLst/>
            </a:pPr>
            <a:endParaRPr lang="en-IN" sz="1600" b="0" i="0" u="none" strike="noStrike" kern="1200" cap="none">
              <a:ln>
                <a:noFill/>
              </a:ln>
              <a:latin typeface="Liberation Sans" pitchFamily="18"/>
              <a:ea typeface="Noto Sans CJK SC" pitchFamily="2"/>
              <a:cs typeface="Lohit Devanagari" pitchFamily="2"/>
            </a:endParaRPr>
          </a:p>
          <a:p>
            <a:pPr marL="0" marR="0" lvl="0" indent="0" algn="just" rtl="0" hangingPunct="0">
              <a:lnSpc>
                <a:spcPct val="100000"/>
              </a:lnSpc>
              <a:spcBef>
                <a:spcPts val="0"/>
              </a:spcBef>
              <a:spcAft>
                <a:spcPts val="0"/>
              </a:spcAft>
              <a:buSzPct val="45000"/>
              <a:buFont typeface="StarSymbol"/>
              <a:buChar char="●"/>
              <a:tabLst/>
            </a:pPr>
            <a:r>
              <a:rPr lang="en-IN" sz="1600" b="1" i="0" u="none" strike="noStrike" kern="1200" cap="none">
                <a:ln>
                  <a:noFill/>
                </a:ln>
                <a:latin typeface="Liberation Sans" pitchFamily="18"/>
                <a:ea typeface="Noto Sans CJK SC" pitchFamily="2"/>
                <a:cs typeface="Lohit Devanagari" pitchFamily="2"/>
              </a:rPr>
              <a:t>Platform-Agnostic Logic:</a:t>
            </a:r>
            <a:r>
              <a:rPr lang="en-IN" sz="1600" b="0" i="0" u="none" strike="noStrike" kern="1200" cap="none">
                <a:ln>
                  <a:noFill/>
                </a:ln>
                <a:latin typeface="Liberation Sans" pitchFamily="18"/>
                <a:ea typeface="Noto Sans CJK SC" pitchFamily="2"/>
                <a:cs typeface="Lohit Devanagari" pitchFamily="2"/>
              </a:rPr>
              <a:t> The core intelligence is abstracted from specific cloud providers, using universal logic to detect issues like "public exposure." This allows the system to apply the same rigorous reasoning across AWS, Azure, and GCP environments seamlessly.</a:t>
            </a:r>
          </a:p>
          <a:p>
            <a:pPr marL="0" marR="0" lvl="0" indent="0" algn="just" rtl="0" hangingPunct="0">
              <a:lnSpc>
                <a:spcPct val="100000"/>
              </a:lnSpc>
              <a:spcBef>
                <a:spcPts val="0"/>
              </a:spcBef>
              <a:spcAft>
                <a:spcPts val="0"/>
              </a:spcAft>
              <a:buNone/>
              <a:tabLst/>
            </a:pPr>
            <a:endParaRPr lang="en-IN" sz="1800" b="0" i="0" u="none" strike="noStrike" kern="1200" cap="none">
              <a:ln>
                <a:noFill/>
              </a:ln>
              <a:latin typeface="Liberation Sans" pitchFamily="18"/>
              <a:ea typeface="Noto Sans CJK SC" pitchFamily="2"/>
              <a:cs typeface="Lohit Devanagari" pitchFamily="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ge3">
    <p:bg>
      <p:bgPr>
        <a:no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A88622-9874-9C43-14D1-B36165050496}"/>
              </a:ext>
            </a:extLst>
          </p:cNvPr>
          <p:cNvSpPr txBox="1"/>
          <p:nvPr/>
        </p:nvSpPr>
        <p:spPr>
          <a:xfrm>
            <a:off x="180000" y="360000"/>
            <a:ext cx="9540000" cy="4185719"/>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IN" sz="1800" b="1" i="0" u="none" strike="noStrike" kern="1200" cap="none">
                <a:ln>
                  <a:noFill/>
                </a:ln>
                <a:latin typeface="Liberation Sans" pitchFamily="18"/>
                <a:ea typeface="Noto Sans CJK SC" pitchFamily="2"/>
                <a:cs typeface="Lohit Devanagari" pitchFamily="2"/>
              </a:rPr>
              <a:t>Technology Design – Modular Architecture</a:t>
            </a:r>
          </a:p>
          <a:p>
            <a:pPr marL="0" marR="0" lvl="0" indent="0" rtl="0" hangingPunct="0">
              <a:lnSpc>
                <a:spcPct val="100000"/>
              </a:lnSpc>
              <a:spcBef>
                <a:spcPts val="0"/>
              </a:spcBef>
              <a:spcAft>
                <a:spcPts val="0"/>
              </a:spcAft>
              <a:buNone/>
              <a:tabLst/>
            </a:pPr>
            <a:endParaRPr lang="en-IN" sz="1800" b="1" i="0" u="none" strike="noStrike" kern="1200" cap="none">
              <a:ln>
                <a:noFill/>
              </a:ln>
              <a:latin typeface="Liberation Sans" pitchFamily="18"/>
              <a:ea typeface="Noto Sans CJK SC" pitchFamily="2"/>
              <a:cs typeface="Lohit Devanagari" pitchFamily="2"/>
            </a:endParaRPr>
          </a:p>
          <a:p>
            <a:pPr marL="0" marR="0" lvl="0" indent="0" rtl="0" hangingPunct="0">
              <a:lnSpc>
                <a:spcPct val="100000"/>
              </a:lnSpc>
              <a:spcBef>
                <a:spcPts val="0"/>
              </a:spcBef>
              <a:spcAft>
                <a:spcPts val="0"/>
              </a:spcAft>
              <a:buNone/>
              <a:tabLst/>
            </a:pPr>
            <a:r>
              <a:rPr lang="en-IN" sz="1800" b="1" i="0" u="none" strike="noStrike" kern="1200" cap="none">
                <a:ln>
                  <a:noFill/>
                </a:ln>
                <a:latin typeface="Liberation Sans" pitchFamily="18"/>
                <a:ea typeface="Noto Sans CJK SC" pitchFamily="2"/>
                <a:cs typeface="Lohit Devanagari" pitchFamily="2"/>
              </a:rPr>
              <a:t>Ingestion Layer (Sensors):</a:t>
            </a:r>
            <a:r>
              <a:rPr lang="en-IN" sz="1800" b="0" i="0" u="none" strike="noStrike" kern="1200" cap="none">
                <a:ln>
                  <a:noFill/>
                </a:ln>
                <a:latin typeface="Liberation Sans" pitchFamily="18"/>
                <a:ea typeface="Noto Sans CJK SC" pitchFamily="2"/>
                <a:cs typeface="Lohit Devanagari" pitchFamily="2"/>
              </a:rPr>
              <a:t> Lightweight, read-only collectors or API integrations act as sensors to fetch configuration data, cost reports, and network logs. This layer ingests simulated datasets or live data from multiple clouds without affecting performance.</a:t>
            </a:r>
          </a:p>
          <a:p>
            <a:pPr marL="0" marR="0" lvl="0" indent="0" rtl="0" hangingPunct="0">
              <a:lnSpc>
                <a:spcPct val="100000"/>
              </a:lnSpc>
              <a:spcBef>
                <a:spcPts val="0"/>
              </a:spcBef>
              <a:spcAft>
                <a:spcPts val="0"/>
              </a:spcAft>
              <a:buNone/>
              <a:tabLst/>
            </a:pPr>
            <a:endParaRPr lang="en-IN" sz="1800" b="0" i="0" u="none" strike="noStrike" kern="1200" cap="none">
              <a:ln>
                <a:noFill/>
              </a:ln>
              <a:latin typeface="Liberation Sans" pitchFamily="18"/>
              <a:ea typeface="Noto Sans CJK SC" pitchFamily="2"/>
              <a:cs typeface="Lohit Devanagari" pitchFamily="2"/>
            </a:endParaRPr>
          </a:p>
          <a:p>
            <a:pPr marL="0" marR="0" lvl="0" indent="0" rtl="0" hangingPunct="0">
              <a:lnSpc>
                <a:spcPct val="100000"/>
              </a:lnSpc>
              <a:spcBef>
                <a:spcPts val="0"/>
              </a:spcBef>
              <a:spcAft>
                <a:spcPts val="0"/>
              </a:spcAft>
              <a:buNone/>
              <a:tabLst/>
            </a:pPr>
            <a:r>
              <a:rPr lang="en-IN" sz="1800" b="1" i="0" u="none" strike="noStrike" kern="1200" cap="none">
                <a:ln>
                  <a:noFill/>
                </a:ln>
                <a:latin typeface="Liberation Sans" pitchFamily="18"/>
                <a:ea typeface="Noto Sans CJK SC" pitchFamily="2"/>
                <a:cs typeface="Lohit Devanagari" pitchFamily="2"/>
              </a:rPr>
              <a:t>Normalization Engine (Translator):</a:t>
            </a:r>
            <a:r>
              <a:rPr lang="en-IN" sz="1800" b="0" i="0" u="none" strike="noStrike" kern="1200" cap="none">
                <a:ln>
                  <a:noFill/>
                </a:ln>
                <a:latin typeface="Liberation Sans" pitchFamily="18"/>
                <a:ea typeface="Noto Sans CJK SC" pitchFamily="2"/>
                <a:cs typeface="Lohit Devanagari" pitchFamily="2"/>
              </a:rPr>
              <a:t> A schema-agnostic data lakehouse standardizes disparate data from different clouds into a single, unified internal model. It translates provider-specific objects (like AWS S3 or Azure Blob) into a common format for consistent analysis.</a:t>
            </a:r>
          </a:p>
          <a:p>
            <a:pPr marL="0" marR="0" lvl="0" indent="0" rtl="0" hangingPunct="0">
              <a:lnSpc>
                <a:spcPct val="100000"/>
              </a:lnSpc>
              <a:spcBef>
                <a:spcPts val="0"/>
              </a:spcBef>
              <a:spcAft>
                <a:spcPts val="0"/>
              </a:spcAft>
              <a:buNone/>
              <a:tabLst/>
            </a:pPr>
            <a:endParaRPr lang="en-IN" sz="1800" b="0" i="0" u="none" strike="noStrike" kern="1200" cap="none">
              <a:ln>
                <a:noFill/>
              </a:ln>
              <a:latin typeface="Liberation Sans" pitchFamily="18"/>
              <a:ea typeface="Noto Sans CJK SC" pitchFamily="2"/>
              <a:cs typeface="Lohit Devanagari" pitchFamily="2"/>
            </a:endParaRPr>
          </a:p>
          <a:p>
            <a:pPr marL="0" marR="0" lvl="0" indent="0" rtl="0" hangingPunct="0">
              <a:lnSpc>
                <a:spcPct val="100000"/>
              </a:lnSpc>
              <a:spcBef>
                <a:spcPts val="0"/>
              </a:spcBef>
              <a:spcAft>
                <a:spcPts val="0"/>
              </a:spcAft>
              <a:buNone/>
              <a:tabLst/>
            </a:pPr>
            <a:r>
              <a:rPr lang="en-IN" sz="1800" b="1" i="0" u="none" strike="noStrike" kern="1200" cap="none">
                <a:ln>
                  <a:noFill/>
                </a:ln>
                <a:latin typeface="Liberation Sans" pitchFamily="18"/>
                <a:ea typeface="Noto Sans CJK SC" pitchFamily="2"/>
                <a:cs typeface="Lohit Devanagari" pitchFamily="2"/>
              </a:rPr>
              <a:t>GenAI Analysis Core (Brain):</a:t>
            </a:r>
            <a:r>
              <a:rPr lang="en-IN" sz="1800" b="0" i="0" u="none" strike="noStrike" kern="1200" cap="none">
                <a:ln>
                  <a:noFill/>
                </a:ln>
                <a:latin typeface="Liberation Sans" pitchFamily="18"/>
                <a:ea typeface="Noto Sans CJK SC" pitchFamily="2"/>
                <a:cs typeface="Lohit Devanagari" pitchFamily="2"/>
              </a:rPr>
              <a:t> A fine-tuned Large Language Model (LLM) leverages vector databases containing security benchmarks (CIS, NIST) to detect and prioritize risks. It uses reasoning to correlate resources with data classification tags, generating both natural language explanations and code-based fixes.</a:t>
            </a:r>
          </a:p>
          <a:p>
            <a:pPr marL="0" marR="0" lvl="0" indent="0" rtl="0" hangingPunct="0">
              <a:lnSpc>
                <a:spcPct val="100000"/>
              </a:lnSpc>
              <a:spcBef>
                <a:spcPts val="0"/>
              </a:spcBef>
              <a:spcAft>
                <a:spcPts val="0"/>
              </a:spcAft>
              <a:buNone/>
              <a:tabLst/>
            </a:pPr>
            <a:endParaRPr lang="en-IN" sz="1800" b="0" i="0" u="none" strike="noStrike" kern="1200" cap="none">
              <a:ln>
                <a:noFill/>
              </a:ln>
              <a:latin typeface="Liberation Sans" pitchFamily="18"/>
              <a:ea typeface="Noto Sans CJK SC" pitchFamily="2"/>
              <a:cs typeface="Lohit Devanagari" pitchFamily="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age4">
    <p:bg>
      <p:bgPr>
        <a:no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5DB189-4BA4-0EF6-3DAC-557886ADED6A}"/>
              </a:ext>
            </a:extLst>
          </p:cNvPr>
          <p:cNvSpPr txBox="1"/>
          <p:nvPr/>
        </p:nvSpPr>
        <p:spPr>
          <a:xfrm>
            <a:off x="180000" y="360000"/>
            <a:ext cx="9720000" cy="4185719"/>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IN" sz="1800" b="0" i="0" u="none" strike="noStrike" kern="1200" cap="none">
                <a:ln>
                  <a:noFill/>
                </a:ln>
                <a:latin typeface="Liberation Sans" pitchFamily="18"/>
                <a:ea typeface="Noto Sans CJK SC" pitchFamily="2"/>
                <a:cs typeface="Lohit Devanagari" pitchFamily="2"/>
              </a:rPr>
              <a:t> </a:t>
            </a:r>
            <a:r>
              <a:rPr lang="en-IN" sz="1800" b="1" i="0" u="none" strike="noStrike" kern="1200" cap="none">
                <a:ln>
                  <a:noFill/>
                </a:ln>
                <a:latin typeface="Liberation Sans" pitchFamily="18"/>
                <a:ea typeface="Noto Sans CJK SC" pitchFamily="2"/>
                <a:cs typeface="Lohit Devanagari" pitchFamily="2"/>
              </a:rPr>
              <a:t>Measurable Outcomes</a:t>
            </a:r>
          </a:p>
          <a:p>
            <a:pPr marL="0" marR="0" lvl="0" indent="0" rtl="0" hangingPunct="0">
              <a:lnSpc>
                <a:spcPct val="100000"/>
              </a:lnSpc>
              <a:spcBef>
                <a:spcPts val="0"/>
              </a:spcBef>
              <a:spcAft>
                <a:spcPts val="0"/>
              </a:spcAft>
              <a:buNone/>
              <a:tabLst/>
            </a:pPr>
            <a:endParaRPr lang="en-IN" sz="1800" b="1" i="0" u="none" strike="noStrike" kern="1200" cap="none">
              <a:ln>
                <a:noFill/>
              </a:ln>
              <a:latin typeface="Liberation Sans" pitchFamily="18"/>
              <a:ea typeface="Noto Sans CJK SC" pitchFamily="2"/>
              <a:cs typeface="Lohit Devanagari" pitchFamily="2"/>
            </a:endParaRPr>
          </a:p>
          <a:p>
            <a:pPr marL="0" marR="0" lvl="0" indent="0" rtl="0" hangingPunct="0">
              <a:lnSpc>
                <a:spcPct val="100000"/>
              </a:lnSpc>
              <a:spcBef>
                <a:spcPts val="0"/>
              </a:spcBef>
              <a:spcAft>
                <a:spcPts val="0"/>
              </a:spcAft>
              <a:buSzPct val="45000"/>
              <a:buFont typeface="StarSymbol"/>
              <a:buChar char="●"/>
              <a:tabLst/>
            </a:pPr>
            <a:r>
              <a:rPr lang="en-IN" sz="1800" b="1" i="0" u="none" strike="noStrike" kern="1200" cap="none">
                <a:ln>
                  <a:noFill/>
                </a:ln>
                <a:latin typeface="Liberation Sans" pitchFamily="18"/>
                <a:ea typeface="Noto Sans CJK SC" pitchFamily="2"/>
                <a:cs typeface="Lohit Devanagari" pitchFamily="2"/>
              </a:rPr>
              <a:t>Cost Optimization:</a:t>
            </a:r>
            <a:r>
              <a:rPr lang="en-IN" sz="1800" b="0" i="0" u="none" strike="noStrike" kern="1200" cap="none">
                <a:ln>
                  <a:noFill/>
                </a:ln>
                <a:latin typeface="Liberation Sans" pitchFamily="18"/>
                <a:ea typeface="Noto Sans CJK SC" pitchFamily="2"/>
                <a:cs typeface="Lohit Devanagari" pitchFamily="2"/>
              </a:rPr>
              <a:t> Organizations can achieve a 30-40% reduction in wasted cloud spend within the first quarter by automatically identifying idle resources. This allows enterprises to reclaim millions from their "burn rate" and reallocate those funds toward innovation.</a:t>
            </a:r>
          </a:p>
          <a:p>
            <a:pPr marL="0" marR="0" lvl="0" indent="0" rtl="0" hangingPunct="0">
              <a:lnSpc>
                <a:spcPct val="100000"/>
              </a:lnSpc>
              <a:spcBef>
                <a:spcPts val="0"/>
              </a:spcBef>
              <a:spcAft>
                <a:spcPts val="0"/>
              </a:spcAft>
              <a:buNone/>
              <a:tabLst/>
            </a:pPr>
            <a:endParaRPr lang="en-IN" sz="1800" b="0" i="0" u="none" strike="noStrike" kern="1200" cap="none">
              <a:ln>
                <a:noFill/>
              </a:ln>
              <a:latin typeface="Liberation Sans" pitchFamily="18"/>
              <a:ea typeface="Noto Sans CJK SC" pitchFamily="2"/>
              <a:cs typeface="Lohit Devanagari" pitchFamily="2"/>
            </a:endParaRPr>
          </a:p>
          <a:p>
            <a:pPr marL="0" marR="0" lvl="0" indent="0" rtl="0" hangingPunct="0">
              <a:lnSpc>
                <a:spcPct val="100000"/>
              </a:lnSpc>
              <a:spcBef>
                <a:spcPts val="0"/>
              </a:spcBef>
              <a:spcAft>
                <a:spcPts val="0"/>
              </a:spcAft>
              <a:buSzPct val="45000"/>
              <a:buFont typeface="StarSymbol"/>
              <a:buChar char="●"/>
              <a:tabLst/>
            </a:pPr>
            <a:r>
              <a:rPr lang="en-IN" sz="1800" b="1" i="0" u="none" strike="noStrike" kern="1200" cap="none">
                <a:ln>
                  <a:noFill/>
                </a:ln>
                <a:latin typeface="Liberation Sans" pitchFamily="18"/>
                <a:ea typeface="Noto Sans CJK SC" pitchFamily="2"/>
                <a:cs typeface="Lohit Devanagari" pitchFamily="2"/>
              </a:rPr>
              <a:t>Risk Mitigation:</a:t>
            </a:r>
            <a:r>
              <a:rPr lang="en-IN" sz="1800" b="0" i="0" u="none" strike="noStrike" kern="1200" cap="none">
                <a:ln>
                  <a:noFill/>
                </a:ln>
                <a:latin typeface="Liberation Sans" pitchFamily="18"/>
                <a:ea typeface="Noto Sans CJK SC" pitchFamily="2"/>
                <a:cs typeface="Lohit Devanagari" pitchFamily="2"/>
              </a:rPr>
              <a:t> The platform delivers 50-60% faster remediation of critical misconfigurations by replacing massive alert lists with context-aware hit-lists. This dramatically lowers the "Mean Time to Remediation" (MTTR), closing critical security gaps in hours rather than days.</a:t>
            </a:r>
          </a:p>
          <a:p>
            <a:pPr marL="0" marR="0" lvl="0" indent="0" rtl="0" hangingPunct="0">
              <a:lnSpc>
                <a:spcPct val="100000"/>
              </a:lnSpc>
              <a:spcBef>
                <a:spcPts val="0"/>
              </a:spcBef>
              <a:spcAft>
                <a:spcPts val="0"/>
              </a:spcAft>
              <a:buNone/>
              <a:tabLst/>
            </a:pPr>
            <a:endParaRPr lang="en-IN" sz="1800" b="0" i="0" u="none" strike="noStrike" kern="1200" cap="none">
              <a:ln>
                <a:noFill/>
              </a:ln>
              <a:latin typeface="Liberation Sans" pitchFamily="18"/>
              <a:ea typeface="Noto Sans CJK SC" pitchFamily="2"/>
              <a:cs typeface="Lohit Devanagari" pitchFamily="2"/>
            </a:endParaRPr>
          </a:p>
          <a:p>
            <a:pPr marL="0" marR="0" lvl="0" indent="0" rtl="0" hangingPunct="0">
              <a:lnSpc>
                <a:spcPct val="100000"/>
              </a:lnSpc>
              <a:spcBef>
                <a:spcPts val="0"/>
              </a:spcBef>
              <a:spcAft>
                <a:spcPts val="0"/>
              </a:spcAft>
              <a:buSzPct val="45000"/>
              <a:buFont typeface="StarSymbol"/>
              <a:buChar char="●"/>
              <a:tabLst/>
            </a:pPr>
            <a:r>
              <a:rPr lang="en-IN" sz="1800" b="1" i="0" u="none" strike="noStrike" kern="1200" cap="none">
                <a:ln>
                  <a:noFill/>
                </a:ln>
                <a:latin typeface="Liberation Sans" pitchFamily="18"/>
                <a:ea typeface="Noto Sans CJK SC" pitchFamily="2"/>
                <a:cs typeface="Lohit Devanagari" pitchFamily="2"/>
              </a:rPr>
              <a:t>Operational Efficiency:</a:t>
            </a:r>
            <a:r>
              <a:rPr lang="en-IN" sz="1800" b="0" i="0" u="none" strike="noStrike" kern="1200" cap="none">
                <a:ln>
                  <a:noFill/>
                </a:ln>
                <a:latin typeface="Liberation Sans" pitchFamily="18"/>
                <a:ea typeface="Noto Sans CJK SC" pitchFamily="2"/>
                <a:cs typeface="Lohit Devanagari" pitchFamily="2"/>
              </a:rPr>
              <a:t> Manual cloud audits and investigation times are reduced by 80%, freeing up valuable engineering hours. This fosters a true "DevSecFinOps" culture where non-experts can resolve complex issues using the copilot's plain English translations and code generation.</a:t>
            </a:r>
          </a:p>
          <a:p>
            <a:pPr marL="0" marR="0" lvl="0" indent="0" rtl="0" hangingPunct="0">
              <a:lnSpc>
                <a:spcPct val="100000"/>
              </a:lnSpc>
              <a:spcBef>
                <a:spcPts val="0"/>
              </a:spcBef>
              <a:spcAft>
                <a:spcPts val="0"/>
              </a:spcAft>
              <a:buNone/>
              <a:tabLst/>
            </a:pPr>
            <a:endParaRPr lang="en-IN" sz="1800" b="0" i="0" u="none" strike="noStrike" kern="1200" cap="none">
              <a:ln>
                <a:noFill/>
              </a:ln>
              <a:latin typeface="Liberation Sans" pitchFamily="18"/>
              <a:ea typeface="Noto Sans CJK SC" pitchFamily="2"/>
              <a:cs typeface="Lohit Devanagari" pitchFamily="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age5">
    <p:bg>
      <p:bgPr>
        <a:no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ECC1FD-2F6C-2068-08DA-71B2B544E2D8}"/>
              </a:ext>
            </a:extLst>
          </p:cNvPr>
          <p:cNvSpPr txBox="1"/>
          <p:nvPr/>
        </p:nvSpPr>
        <p:spPr>
          <a:xfrm>
            <a:off x="360000" y="570240"/>
            <a:ext cx="9540000" cy="3929760"/>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IN" sz="1800" b="1" i="0" u="none" strike="noStrike" kern="1200" cap="none">
                <a:ln>
                  <a:noFill/>
                </a:ln>
                <a:latin typeface="Liberation Sans" pitchFamily="18"/>
                <a:ea typeface="Noto Sans CJK SC" pitchFamily="2"/>
                <a:cs typeface="Lohit Devanagari" pitchFamily="2"/>
              </a:rPr>
              <a:t>References</a:t>
            </a:r>
          </a:p>
          <a:p>
            <a:pPr marL="0" marR="0" lvl="0" indent="0" rtl="0" hangingPunct="0">
              <a:lnSpc>
                <a:spcPct val="100000"/>
              </a:lnSpc>
              <a:spcBef>
                <a:spcPts val="0"/>
              </a:spcBef>
              <a:spcAft>
                <a:spcPts val="0"/>
              </a:spcAft>
              <a:buNone/>
              <a:tabLst/>
            </a:pPr>
            <a:endParaRPr lang="en-IN" sz="1800" b="0" i="0" u="none" strike="noStrike" kern="1200" cap="none">
              <a:ln>
                <a:noFill/>
              </a:ln>
              <a:latin typeface="Liberation Sans" pitchFamily="18"/>
              <a:ea typeface="Noto Sans CJK SC" pitchFamily="2"/>
              <a:cs typeface="Lohit Devanagari" pitchFamily="2"/>
            </a:endParaRPr>
          </a:p>
          <a:p>
            <a:pPr marL="0" marR="0" lvl="0" indent="0" rtl="0" hangingPunct="0">
              <a:lnSpc>
                <a:spcPct val="100000"/>
              </a:lnSpc>
              <a:spcBef>
                <a:spcPts val="0"/>
              </a:spcBef>
              <a:spcAft>
                <a:spcPts val="0"/>
              </a:spcAft>
              <a:buNone/>
              <a:tabLst/>
            </a:pPr>
            <a:r>
              <a:rPr lang="en-IN" sz="1800" b="0" i="0" u="none" strike="noStrike" kern="1200" cap="none">
                <a:ln>
                  <a:noFill/>
                </a:ln>
                <a:latin typeface="Liberation Sans" pitchFamily="18"/>
                <a:ea typeface="Noto Sans CJK SC" pitchFamily="2"/>
                <a:cs typeface="Lohit Devanagari" pitchFamily="2"/>
              </a:rPr>
              <a:t>[1] Polinati, A.K. (2025). Hybrid Cloud Security: Balancing Performance,</a:t>
            </a:r>
          </a:p>
          <a:p>
            <a:pPr marL="0" marR="0" lvl="0" indent="0" rtl="0" hangingPunct="0">
              <a:lnSpc>
                <a:spcPct val="100000"/>
              </a:lnSpc>
              <a:spcBef>
                <a:spcPts val="0"/>
              </a:spcBef>
              <a:spcAft>
                <a:spcPts val="0"/>
              </a:spcAft>
              <a:buNone/>
              <a:tabLst/>
            </a:pPr>
            <a:r>
              <a:rPr lang="en-IN" sz="1800" b="0" i="0" u="none" strike="noStrike" kern="1200" cap="none">
                <a:ln>
                  <a:noFill/>
                </a:ln>
                <a:latin typeface="Liberation Sans" pitchFamily="18"/>
                <a:ea typeface="Noto Sans CJK SC" pitchFamily="2"/>
                <a:cs typeface="Lohit Devanagari" pitchFamily="2"/>
              </a:rPr>
              <a:t>    Cost, and Compliance in Multi-Cloud Deployments. arXiv:2506.00426.</a:t>
            </a:r>
          </a:p>
          <a:p>
            <a:pPr marL="0" marR="0" lvl="0" indent="0" rtl="0" hangingPunct="0">
              <a:lnSpc>
                <a:spcPct val="100000"/>
              </a:lnSpc>
              <a:spcBef>
                <a:spcPts val="0"/>
              </a:spcBef>
              <a:spcAft>
                <a:spcPts val="0"/>
              </a:spcAft>
              <a:buNone/>
              <a:tabLst/>
            </a:pPr>
            <a:endParaRPr lang="en-IN" sz="1800" b="0" i="0" u="none" strike="noStrike" kern="1200" cap="none">
              <a:ln>
                <a:noFill/>
              </a:ln>
              <a:latin typeface="Liberation Sans" pitchFamily="18"/>
              <a:ea typeface="Noto Sans CJK SC" pitchFamily="2"/>
              <a:cs typeface="Lohit Devanagari" pitchFamily="2"/>
            </a:endParaRPr>
          </a:p>
          <a:p>
            <a:pPr marL="0" marR="0" lvl="0" indent="0" rtl="0" hangingPunct="0">
              <a:lnSpc>
                <a:spcPct val="100000"/>
              </a:lnSpc>
              <a:spcBef>
                <a:spcPts val="0"/>
              </a:spcBef>
              <a:spcAft>
                <a:spcPts val="0"/>
              </a:spcAft>
              <a:buNone/>
              <a:tabLst/>
            </a:pPr>
            <a:r>
              <a:rPr lang="en-IN" sz="1800" b="0" i="0" u="none" strike="noStrike" kern="1200" cap="none">
                <a:ln>
                  <a:noFill/>
                </a:ln>
                <a:latin typeface="Liberation Sans" pitchFamily="18"/>
                <a:ea typeface="Noto Sans CJK SC" pitchFamily="2"/>
                <a:cs typeface="Lohit Devanagari" pitchFamily="2"/>
              </a:rPr>
              <a:t>[2] S. Al-Saba, A. Gherbi. (2025). Towards Secure Cloud-Native Computing:</a:t>
            </a:r>
          </a:p>
          <a:p>
            <a:pPr marL="0" marR="0" lvl="0" indent="0" rtl="0" hangingPunct="0">
              <a:lnSpc>
                <a:spcPct val="100000"/>
              </a:lnSpc>
              <a:spcBef>
                <a:spcPts val="0"/>
              </a:spcBef>
              <a:spcAft>
                <a:spcPts val="0"/>
              </a:spcAft>
              <a:buNone/>
              <a:tabLst/>
            </a:pPr>
            <a:r>
              <a:rPr lang="en-IN" sz="1800" b="0" i="0" u="none" strike="noStrike" kern="1200" cap="none">
                <a:ln>
                  <a:noFill/>
                </a:ln>
                <a:latin typeface="Liberation Sans" pitchFamily="18"/>
                <a:ea typeface="Noto Sans CJK SC" pitchFamily="2"/>
                <a:cs typeface="Lohit Devanagari" pitchFamily="2"/>
              </a:rPr>
              <a:t>    Unveiling Kubernetes Misconfigurations with Large Language Models.</a:t>
            </a:r>
          </a:p>
          <a:p>
            <a:pPr marL="0" marR="0" lvl="0" indent="0" rtl="0" hangingPunct="0">
              <a:lnSpc>
                <a:spcPct val="100000"/>
              </a:lnSpc>
              <a:spcBef>
                <a:spcPts val="0"/>
              </a:spcBef>
              <a:spcAft>
                <a:spcPts val="0"/>
              </a:spcAft>
              <a:buNone/>
              <a:tabLst/>
            </a:pPr>
            <a:r>
              <a:rPr lang="en-IN" sz="1800" b="0" i="0" u="none" strike="noStrike" kern="1200" cap="none">
                <a:ln>
                  <a:noFill/>
                </a:ln>
                <a:latin typeface="Liberation Sans" pitchFamily="18"/>
                <a:ea typeface="Noto Sans CJK SC" pitchFamily="2"/>
                <a:cs typeface="Lohit Devanagari" pitchFamily="2"/>
              </a:rPr>
              <a:t>    IEEE Conference on Cloud Engineering.</a:t>
            </a:r>
          </a:p>
          <a:p>
            <a:pPr marL="0" marR="0" lvl="0" indent="0" rtl="0" hangingPunct="0">
              <a:lnSpc>
                <a:spcPct val="100000"/>
              </a:lnSpc>
              <a:spcBef>
                <a:spcPts val="0"/>
              </a:spcBef>
              <a:spcAft>
                <a:spcPts val="0"/>
              </a:spcAft>
              <a:buNone/>
              <a:tabLst/>
            </a:pPr>
            <a:endParaRPr lang="en-IN" sz="1800" b="0" i="0" u="none" strike="noStrike" kern="1200" cap="none">
              <a:ln>
                <a:noFill/>
              </a:ln>
              <a:latin typeface="Liberation Sans" pitchFamily="18"/>
              <a:ea typeface="Noto Sans CJK SC" pitchFamily="2"/>
              <a:cs typeface="Lohit Devanagari" pitchFamily="2"/>
            </a:endParaRPr>
          </a:p>
          <a:p>
            <a:pPr marL="0" marR="0" lvl="0" indent="0" rtl="0" hangingPunct="0">
              <a:lnSpc>
                <a:spcPct val="100000"/>
              </a:lnSpc>
              <a:spcBef>
                <a:spcPts val="0"/>
              </a:spcBef>
              <a:spcAft>
                <a:spcPts val="0"/>
              </a:spcAft>
              <a:buNone/>
              <a:tabLst/>
            </a:pPr>
            <a:r>
              <a:rPr lang="en-IN" sz="1800" b="0" i="0" u="none" strike="noStrike" kern="1200" cap="none">
                <a:ln>
                  <a:noFill/>
                </a:ln>
                <a:latin typeface="Liberation Sans" pitchFamily="18"/>
                <a:ea typeface="Noto Sans CJK SC" pitchFamily="2"/>
                <a:cs typeface="Lohit Devanagari" pitchFamily="2"/>
              </a:rPr>
              <a:t>[3] Yeddula, C.R. (2025). AI-Augmented Network Security Using Large Language</a:t>
            </a:r>
          </a:p>
          <a:p>
            <a:pPr marL="0" marR="0" lvl="0" indent="0" rtl="0" hangingPunct="0">
              <a:lnSpc>
                <a:spcPct val="100000"/>
              </a:lnSpc>
              <a:spcBef>
                <a:spcPts val="0"/>
              </a:spcBef>
              <a:spcAft>
                <a:spcPts val="0"/>
              </a:spcAft>
              <a:buNone/>
              <a:tabLst/>
            </a:pPr>
            <a:r>
              <a:rPr lang="en-IN" sz="1800" b="0" i="0" u="none" strike="noStrike" kern="1200" cap="none">
                <a:ln>
                  <a:noFill/>
                </a:ln>
                <a:latin typeface="Liberation Sans" pitchFamily="18"/>
                <a:ea typeface="Noto Sans CJK SC" pitchFamily="2"/>
                <a:cs typeface="Lohit Devanagari" pitchFamily="2"/>
              </a:rPr>
              <a:t>    Models for Policy Intelligence and Misconfiguration Detection.</a:t>
            </a:r>
          </a:p>
          <a:p>
            <a:pPr marL="0" marR="0" lvl="0" indent="0" rtl="0" hangingPunct="0">
              <a:lnSpc>
                <a:spcPct val="100000"/>
              </a:lnSpc>
              <a:spcBef>
                <a:spcPts val="0"/>
              </a:spcBef>
              <a:spcAft>
                <a:spcPts val="0"/>
              </a:spcAft>
              <a:buNone/>
              <a:tabLst/>
            </a:pPr>
            <a:r>
              <a:rPr lang="en-IN" sz="1800" b="0" i="0" u="none" strike="noStrike" kern="1200" cap="none">
                <a:ln>
                  <a:noFill/>
                </a:ln>
                <a:latin typeface="Liberation Sans" pitchFamily="18"/>
                <a:ea typeface="Noto Sans CJK SC" pitchFamily="2"/>
                <a:cs typeface="Lohit Devanagari" pitchFamily="2"/>
              </a:rPr>
              <a:t>    International Journal of Computer Technology and Electronics Communication, 8(4).</a:t>
            </a:r>
          </a:p>
          <a:p>
            <a:pPr marL="0" marR="0" lvl="0" indent="0" rtl="0" hangingPunct="0">
              <a:lnSpc>
                <a:spcPct val="100000"/>
              </a:lnSpc>
              <a:spcBef>
                <a:spcPts val="0"/>
              </a:spcBef>
              <a:spcAft>
                <a:spcPts val="0"/>
              </a:spcAft>
              <a:buNone/>
              <a:tabLst/>
            </a:pPr>
            <a:endParaRPr lang="en-IN" sz="1800" b="0" i="0" u="none" strike="noStrike" kern="1200" cap="none">
              <a:ln>
                <a:noFill/>
              </a:ln>
              <a:latin typeface="Liberation Sans" pitchFamily="18"/>
              <a:ea typeface="Noto Sans CJK SC" pitchFamily="2"/>
              <a:cs typeface="Lohit Devanagari" pitchFamily="2"/>
            </a:endParaRPr>
          </a:p>
          <a:p>
            <a:pPr marL="0" marR="0" lvl="0" indent="0" rtl="0" hangingPunct="0">
              <a:lnSpc>
                <a:spcPct val="100000"/>
              </a:lnSpc>
              <a:spcBef>
                <a:spcPts val="0"/>
              </a:spcBef>
              <a:spcAft>
                <a:spcPts val="0"/>
              </a:spcAft>
              <a:buNone/>
              <a:tabLst/>
            </a:pPr>
            <a:r>
              <a:rPr lang="en-IN" sz="1800" b="0" i="0" u="none" strike="noStrike" kern="1200" cap="none">
                <a:ln>
                  <a:noFill/>
                </a:ln>
                <a:latin typeface="Liberation Sans" pitchFamily="18"/>
                <a:ea typeface="Noto Sans CJK SC" pitchFamily="2"/>
                <a:cs typeface="Lohit Devanagari" pitchFamily="2"/>
              </a:rPr>
              <a:t>[4] Zhang et al. (2025). A near-optimal resource allocation strategy for</a:t>
            </a:r>
          </a:p>
          <a:p>
            <a:pPr marL="0" marR="0" lvl="0" indent="0" rtl="0" hangingPunct="0">
              <a:lnSpc>
                <a:spcPct val="100000"/>
              </a:lnSpc>
              <a:spcBef>
                <a:spcPts val="0"/>
              </a:spcBef>
              <a:spcAft>
                <a:spcPts val="0"/>
              </a:spcAft>
              <a:buNone/>
              <a:tabLst/>
            </a:pPr>
            <a:r>
              <a:rPr lang="en-IN" sz="1800" b="0" i="0" u="none" strike="noStrike" kern="1200" cap="none">
                <a:ln>
                  <a:noFill/>
                </a:ln>
                <a:latin typeface="Liberation Sans" pitchFamily="18"/>
                <a:ea typeface="Noto Sans CJK SC" pitchFamily="2"/>
                <a:cs typeface="Lohit Devanagari" pitchFamily="2"/>
              </a:rPr>
              <a:t>    minimizing attack impact. Journal of Cloud Computing, SpringerOpen.</a:t>
            </a:r>
          </a:p>
        </p:txBody>
      </p:sp>
      <p:sp>
        <p:nvSpPr>
          <p:cNvPr id="3" name="TextBox 2">
            <a:extLst>
              <a:ext uri="{FF2B5EF4-FFF2-40B4-BE49-F238E27FC236}">
                <a16:creationId xmlns:a16="http://schemas.microsoft.com/office/drawing/2014/main" id="{857FB508-7C8B-8583-FA82-CFCE413EDD75}"/>
              </a:ext>
            </a:extLst>
          </p:cNvPr>
          <p:cNvSpPr txBox="1"/>
          <p:nvPr/>
        </p:nvSpPr>
        <p:spPr>
          <a:xfrm>
            <a:off x="360000" y="5220000"/>
            <a:ext cx="2520000" cy="302040"/>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IN" sz="1500" b="1" i="0" u="none" strike="noStrike" kern="1200" cap="none">
                <a:ln>
                  <a:noFill/>
                </a:ln>
                <a:latin typeface="Liberation Sans" pitchFamily="18"/>
                <a:ea typeface="Noto Sans CJK SC" pitchFamily="2"/>
                <a:cs typeface="Lohit Devanagari" pitchFamily="2"/>
              </a:rPr>
              <a:t>Team:- RANSAM</a:t>
            </a:r>
          </a:p>
        </p:txBody>
      </p:sp>
      <p:sp>
        <p:nvSpPr>
          <p:cNvPr id="4" name="TextBox 3">
            <a:extLst>
              <a:ext uri="{FF2B5EF4-FFF2-40B4-BE49-F238E27FC236}">
                <a16:creationId xmlns:a16="http://schemas.microsoft.com/office/drawing/2014/main" id="{B420D112-97DC-C16A-4994-E2D762106CB0}"/>
              </a:ext>
            </a:extLst>
          </p:cNvPr>
          <p:cNvSpPr txBox="1"/>
          <p:nvPr/>
        </p:nvSpPr>
        <p:spPr>
          <a:xfrm>
            <a:off x="360000" y="4680000"/>
            <a:ext cx="9000000" cy="245880"/>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IN" sz="1100" b="0" i="0" u="none" strike="noStrike" kern="1200" cap="none">
                <a:ln>
                  <a:noFill/>
                </a:ln>
                <a:latin typeface="Liberation Sans" pitchFamily="18"/>
                <a:ea typeface="Noto Sans CJK SC" pitchFamily="2"/>
                <a:cs typeface="Lohit Devanagari" pitchFamily="2"/>
              </a:rPr>
              <a:t>For more information https://drive.google.com/drive/folders/13hKL7kVc3Sp0eMdFzbwPniw5sz7FWcV1?usp=sharing</a:t>
            </a:r>
          </a:p>
        </p:txBody>
      </p:sp>
    </p:spTree>
  </p:cSld>
  <p:clrMapOvr>
    <a:masterClrMapping/>
  </p:clrMapOvr>
</p:sld>
</file>

<file path=ppt/theme/theme1.xml><?xml version="1.0" encoding="utf-8"?>
<a:theme xmlns:a="http://schemas.openxmlformats.org/drawingml/2006/main" name="Defaul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782</Words>
  <Application>Microsoft Office PowerPoint</Application>
  <PresentationFormat>Widescreen</PresentationFormat>
  <Paragraphs>53</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Aptos Narrow</vt:lpstr>
      <vt:lpstr>Arial</vt:lpstr>
      <vt:lpstr>Calibri</vt:lpstr>
      <vt:lpstr>Liberation Sans</vt:lpstr>
      <vt:lpstr>Liberation Serif</vt:lpstr>
      <vt:lpstr>StarSymbol</vt:lpstr>
      <vt:lpstr>Default</vt:lpstr>
      <vt:lpstr>GenAI‑Powered Cloud Security Copilot for Risk &amp; Cost Optimization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Manoj</dc:creator>
  <cp:lastModifiedBy>Manoj R</cp:lastModifiedBy>
  <cp:revision>3</cp:revision>
  <dcterms:created xsi:type="dcterms:W3CDTF">2026-02-20T12:37:54Z</dcterms:created>
  <dcterms:modified xsi:type="dcterms:W3CDTF">2026-03-10T13:08:52Z</dcterms:modified>
</cp:coreProperties>
</file>